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8288000" cy="10287000"/>
  <p:notesSz cx="6858000" cy="9144000"/>
  <p:embeddedFontLst>
    <p:embeddedFont>
      <p:font typeface="Arimo" panose="020B0604020202020204" charset="0"/>
      <p:regular r:id="rId11"/>
    </p:embeddedFont>
    <p:embeddedFont>
      <p:font typeface="Cooper Black" panose="0208090404030B020404" pitchFamily="18" charset="0"/>
      <p:regular r:id="rId12"/>
    </p:embeddedFont>
    <p:embeddedFont>
      <p:font typeface="Mallanna" panose="020B0604020202020204" charset="0"/>
      <p:regular r:id="rId13"/>
    </p:embeddedFont>
    <p:embeddedFont>
      <p:font typeface="Tw Cen MT Condensed Extra Bold" panose="020B080302020202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552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24200" y="7475842"/>
            <a:ext cx="6248400" cy="6019716"/>
          </a:xfrm>
          <a:custGeom>
            <a:avLst/>
            <a:gdLst/>
            <a:ahLst/>
            <a:cxnLst/>
            <a:rect l="l" t="t" r="r" b="b"/>
            <a:pathLst>
              <a:path w="6248400" h="6019716">
                <a:moveTo>
                  <a:pt x="0" y="0"/>
                </a:moveTo>
                <a:lnTo>
                  <a:pt x="6248400" y="0"/>
                </a:lnTo>
                <a:lnTo>
                  <a:pt x="6248400" y="6019716"/>
                </a:lnTo>
                <a:lnTo>
                  <a:pt x="0" y="60197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60800" y="6969350"/>
            <a:ext cx="4964450" cy="4964450"/>
          </a:xfrm>
          <a:custGeom>
            <a:avLst/>
            <a:gdLst/>
            <a:ahLst/>
            <a:cxnLst/>
            <a:rect l="l" t="t" r="r" b="b"/>
            <a:pathLst>
              <a:path w="4964450" h="4964450">
                <a:moveTo>
                  <a:pt x="0" y="0"/>
                </a:moveTo>
                <a:lnTo>
                  <a:pt x="4964450" y="0"/>
                </a:lnTo>
                <a:lnTo>
                  <a:pt x="4964450" y="4964450"/>
                </a:lnTo>
                <a:lnTo>
                  <a:pt x="0" y="4964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11250" y="-2996594"/>
            <a:ext cx="7998250" cy="7675900"/>
          </a:xfrm>
          <a:custGeom>
            <a:avLst/>
            <a:gdLst/>
            <a:ahLst/>
            <a:cxnLst/>
            <a:rect l="l" t="t" r="r" b="b"/>
            <a:pathLst>
              <a:path w="7998250" h="7675900">
                <a:moveTo>
                  <a:pt x="0" y="0"/>
                </a:moveTo>
                <a:lnTo>
                  <a:pt x="7998250" y="0"/>
                </a:lnTo>
                <a:lnTo>
                  <a:pt x="7998250" y="7675900"/>
                </a:lnTo>
                <a:lnTo>
                  <a:pt x="0" y="7675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3636149">
            <a:off x="16640948" y="-693576"/>
            <a:ext cx="2063500" cy="4240948"/>
            <a:chOff x="0" y="0"/>
            <a:chExt cx="2751333" cy="56545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51328" cy="5654548"/>
            </a:xfrm>
            <a:custGeom>
              <a:avLst/>
              <a:gdLst/>
              <a:ahLst/>
              <a:cxnLst/>
              <a:rect l="l" t="t" r="r" b="b"/>
              <a:pathLst>
                <a:path w="2751328" h="5654548">
                  <a:moveTo>
                    <a:pt x="0" y="2827274"/>
                  </a:moveTo>
                  <a:cubicBezTo>
                    <a:pt x="0" y="1284351"/>
                    <a:pt x="602742" y="0"/>
                    <a:pt x="1375664" y="0"/>
                  </a:cubicBezTo>
                  <a:lnTo>
                    <a:pt x="1375664" y="25400"/>
                  </a:lnTo>
                  <a:lnTo>
                    <a:pt x="1375664" y="0"/>
                  </a:lnTo>
                  <a:cubicBezTo>
                    <a:pt x="2148586" y="0"/>
                    <a:pt x="2751328" y="1284351"/>
                    <a:pt x="2751328" y="2827274"/>
                  </a:cubicBezTo>
                  <a:lnTo>
                    <a:pt x="2725928" y="2827274"/>
                  </a:lnTo>
                  <a:lnTo>
                    <a:pt x="2751328" y="2827274"/>
                  </a:lnTo>
                  <a:cubicBezTo>
                    <a:pt x="2751328" y="4370197"/>
                    <a:pt x="2148586" y="5654548"/>
                    <a:pt x="1375664" y="5654548"/>
                  </a:cubicBezTo>
                  <a:lnTo>
                    <a:pt x="1375664" y="5629148"/>
                  </a:lnTo>
                  <a:lnTo>
                    <a:pt x="1375664" y="5654548"/>
                  </a:lnTo>
                  <a:cubicBezTo>
                    <a:pt x="602742" y="5654548"/>
                    <a:pt x="0" y="4370324"/>
                    <a:pt x="0" y="2827274"/>
                  </a:cubicBezTo>
                  <a:lnTo>
                    <a:pt x="25400" y="2827274"/>
                  </a:lnTo>
                  <a:lnTo>
                    <a:pt x="50800" y="2827274"/>
                  </a:lnTo>
                  <a:lnTo>
                    <a:pt x="25400" y="2827274"/>
                  </a:lnTo>
                  <a:lnTo>
                    <a:pt x="0" y="2827274"/>
                  </a:lnTo>
                  <a:moveTo>
                    <a:pt x="50800" y="2827274"/>
                  </a:moveTo>
                  <a:cubicBezTo>
                    <a:pt x="50800" y="2841244"/>
                    <a:pt x="39370" y="2852674"/>
                    <a:pt x="25400" y="2852674"/>
                  </a:cubicBezTo>
                  <a:cubicBezTo>
                    <a:pt x="11430" y="2852674"/>
                    <a:pt x="0" y="2841244"/>
                    <a:pt x="0" y="2827274"/>
                  </a:cubicBezTo>
                  <a:cubicBezTo>
                    <a:pt x="0" y="2813304"/>
                    <a:pt x="11430" y="2801874"/>
                    <a:pt x="25400" y="2801874"/>
                  </a:cubicBezTo>
                  <a:cubicBezTo>
                    <a:pt x="39370" y="2801874"/>
                    <a:pt x="50800" y="2813304"/>
                    <a:pt x="50800" y="2827274"/>
                  </a:cubicBezTo>
                  <a:cubicBezTo>
                    <a:pt x="50800" y="4379214"/>
                    <a:pt x="657098" y="5603748"/>
                    <a:pt x="1375664" y="5603748"/>
                  </a:cubicBezTo>
                  <a:cubicBezTo>
                    <a:pt x="2094230" y="5603748"/>
                    <a:pt x="2700528" y="4379214"/>
                    <a:pt x="2700528" y="2827274"/>
                  </a:cubicBezTo>
                  <a:cubicBezTo>
                    <a:pt x="2700528" y="1275334"/>
                    <a:pt x="2094230" y="50800"/>
                    <a:pt x="1375664" y="50800"/>
                  </a:cubicBezTo>
                  <a:lnTo>
                    <a:pt x="1375664" y="25400"/>
                  </a:lnTo>
                  <a:lnTo>
                    <a:pt x="1375664" y="50800"/>
                  </a:lnTo>
                  <a:cubicBezTo>
                    <a:pt x="657098" y="50800"/>
                    <a:pt x="50800" y="1275334"/>
                    <a:pt x="50800" y="2827274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grpSp>
        <p:nvGrpSpPr>
          <p:cNvPr id="7" name="Group 7"/>
          <p:cNvGrpSpPr/>
          <p:nvPr/>
        </p:nvGrpSpPr>
        <p:grpSpPr>
          <a:xfrm rot="-3636149">
            <a:off x="16349748" y="-188176"/>
            <a:ext cx="2063500" cy="4240948"/>
            <a:chOff x="0" y="0"/>
            <a:chExt cx="2751333" cy="5654597"/>
          </a:xfrm>
        </p:grpSpPr>
        <p:sp>
          <p:nvSpPr>
            <p:cNvPr id="8" name="Freeform 8"/>
            <p:cNvSpPr/>
            <p:nvPr/>
          </p:nvSpPr>
          <p:spPr>
            <a:xfrm>
              <a:off x="-2029333" y="0"/>
              <a:ext cx="4370959" cy="5806694"/>
            </a:xfrm>
            <a:custGeom>
              <a:avLst/>
              <a:gdLst/>
              <a:ahLst/>
              <a:cxnLst/>
              <a:rect l="l" t="t" r="r" b="b"/>
              <a:pathLst>
                <a:path w="4370959" h="5806694">
                  <a:moveTo>
                    <a:pt x="2030222" y="2724404"/>
                  </a:moveTo>
                  <a:cubicBezTo>
                    <a:pt x="2030476" y="2707386"/>
                    <a:pt x="2030857" y="2690368"/>
                    <a:pt x="2031365" y="2673350"/>
                  </a:cubicBezTo>
                  <a:lnTo>
                    <a:pt x="2082165" y="2674620"/>
                  </a:lnTo>
                  <a:cubicBezTo>
                    <a:pt x="2081784" y="2691511"/>
                    <a:pt x="2081403" y="2708402"/>
                    <a:pt x="2081022" y="2725293"/>
                  </a:cubicBezTo>
                  <a:close/>
                  <a:moveTo>
                    <a:pt x="2083689" y="2623312"/>
                  </a:moveTo>
                  <a:cubicBezTo>
                    <a:pt x="2084324" y="2606421"/>
                    <a:pt x="2084959" y="2589530"/>
                    <a:pt x="2085721" y="2572766"/>
                  </a:cubicBezTo>
                  <a:lnTo>
                    <a:pt x="2136521" y="2574925"/>
                  </a:lnTo>
                  <a:cubicBezTo>
                    <a:pt x="2135759" y="2591562"/>
                    <a:pt x="2135124" y="2608326"/>
                    <a:pt x="2134616" y="2625090"/>
                  </a:cubicBezTo>
                  <a:close/>
                  <a:moveTo>
                    <a:pt x="2139061" y="2523617"/>
                  </a:moveTo>
                  <a:cubicBezTo>
                    <a:pt x="2139950" y="2506472"/>
                    <a:pt x="2140966" y="2489327"/>
                    <a:pt x="2141982" y="2472182"/>
                  </a:cubicBezTo>
                  <a:lnTo>
                    <a:pt x="2192655" y="2475230"/>
                  </a:lnTo>
                  <a:cubicBezTo>
                    <a:pt x="2191639" y="2492121"/>
                    <a:pt x="2190623" y="2509139"/>
                    <a:pt x="2189734" y="2526157"/>
                  </a:cubicBezTo>
                  <a:close/>
                  <a:moveTo>
                    <a:pt x="2195957" y="2423541"/>
                  </a:moveTo>
                  <a:cubicBezTo>
                    <a:pt x="2197100" y="2406523"/>
                    <a:pt x="2198370" y="2389632"/>
                    <a:pt x="2199767" y="2372741"/>
                  </a:cubicBezTo>
                  <a:lnTo>
                    <a:pt x="2250440" y="2376805"/>
                  </a:lnTo>
                  <a:cubicBezTo>
                    <a:pt x="2249170" y="2393569"/>
                    <a:pt x="2247900" y="2410333"/>
                    <a:pt x="2246630" y="2427224"/>
                  </a:cubicBezTo>
                  <a:close/>
                  <a:moveTo>
                    <a:pt x="2254631" y="2325751"/>
                  </a:moveTo>
                  <a:cubicBezTo>
                    <a:pt x="2256155" y="2308987"/>
                    <a:pt x="2257679" y="2292223"/>
                    <a:pt x="2259330" y="2275459"/>
                  </a:cubicBezTo>
                  <a:lnTo>
                    <a:pt x="2309876" y="2280412"/>
                  </a:lnTo>
                  <a:cubicBezTo>
                    <a:pt x="2308225" y="2296922"/>
                    <a:pt x="2306701" y="2313559"/>
                    <a:pt x="2305304" y="2330196"/>
                  </a:cubicBezTo>
                  <a:close/>
                  <a:moveTo>
                    <a:pt x="2315210" y="2228723"/>
                  </a:moveTo>
                  <a:cubicBezTo>
                    <a:pt x="2316988" y="2211578"/>
                    <a:pt x="2318893" y="2194560"/>
                    <a:pt x="2320925" y="2177542"/>
                  </a:cubicBezTo>
                  <a:lnTo>
                    <a:pt x="2371344" y="2183384"/>
                  </a:lnTo>
                  <a:cubicBezTo>
                    <a:pt x="2369439" y="2200148"/>
                    <a:pt x="2367534" y="2217039"/>
                    <a:pt x="2365756" y="2234057"/>
                  </a:cubicBezTo>
                  <a:close/>
                  <a:moveTo>
                    <a:pt x="2377567" y="2132203"/>
                  </a:moveTo>
                  <a:cubicBezTo>
                    <a:pt x="2379726" y="2115312"/>
                    <a:pt x="2381885" y="2098548"/>
                    <a:pt x="2384171" y="2081784"/>
                  </a:cubicBezTo>
                  <a:lnTo>
                    <a:pt x="2434463" y="2088642"/>
                  </a:lnTo>
                  <a:cubicBezTo>
                    <a:pt x="2432177" y="2105279"/>
                    <a:pt x="2430018" y="2121916"/>
                    <a:pt x="2427986" y="2138553"/>
                  </a:cubicBezTo>
                  <a:close/>
                  <a:moveTo>
                    <a:pt x="2441575" y="2038096"/>
                  </a:moveTo>
                  <a:cubicBezTo>
                    <a:pt x="2443988" y="2021205"/>
                    <a:pt x="2446528" y="2004314"/>
                    <a:pt x="2449195" y="1987550"/>
                  </a:cubicBezTo>
                  <a:lnTo>
                    <a:pt x="2499360" y="1995297"/>
                  </a:lnTo>
                  <a:cubicBezTo>
                    <a:pt x="2496820" y="2011934"/>
                    <a:pt x="2494280" y="2028571"/>
                    <a:pt x="2491867" y="2045335"/>
                  </a:cubicBezTo>
                  <a:close/>
                  <a:moveTo>
                    <a:pt x="2507615" y="1943862"/>
                  </a:moveTo>
                  <a:cubicBezTo>
                    <a:pt x="2510409" y="1926971"/>
                    <a:pt x="2513330" y="1910080"/>
                    <a:pt x="2516251" y="1893316"/>
                  </a:cubicBezTo>
                  <a:lnTo>
                    <a:pt x="2566289" y="1902079"/>
                  </a:lnTo>
                  <a:cubicBezTo>
                    <a:pt x="2563368" y="1918716"/>
                    <a:pt x="2560574" y="1935353"/>
                    <a:pt x="2557780" y="1952117"/>
                  </a:cubicBezTo>
                  <a:close/>
                  <a:moveTo>
                    <a:pt x="2575433" y="1851533"/>
                  </a:moveTo>
                  <a:cubicBezTo>
                    <a:pt x="2578481" y="1834896"/>
                    <a:pt x="2581656" y="1818386"/>
                    <a:pt x="2584958" y="1801876"/>
                  </a:cubicBezTo>
                  <a:lnTo>
                    <a:pt x="2634742" y="1811655"/>
                  </a:lnTo>
                  <a:cubicBezTo>
                    <a:pt x="2631567" y="1827911"/>
                    <a:pt x="2628392" y="1844294"/>
                    <a:pt x="2625344" y="1860804"/>
                  </a:cubicBezTo>
                  <a:close/>
                  <a:moveTo>
                    <a:pt x="2645029" y="1761236"/>
                  </a:moveTo>
                  <a:cubicBezTo>
                    <a:pt x="2648585" y="1744345"/>
                    <a:pt x="2652141" y="1727454"/>
                    <a:pt x="2655824" y="1710690"/>
                  </a:cubicBezTo>
                  <a:lnTo>
                    <a:pt x="2705481" y="1721612"/>
                  </a:lnTo>
                  <a:cubicBezTo>
                    <a:pt x="2701798" y="1738249"/>
                    <a:pt x="2698242" y="1754886"/>
                    <a:pt x="2694813" y="1771650"/>
                  </a:cubicBezTo>
                  <a:close/>
                  <a:moveTo>
                    <a:pt x="2716911" y="1670939"/>
                  </a:moveTo>
                  <a:cubicBezTo>
                    <a:pt x="2720721" y="1654302"/>
                    <a:pt x="2724658" y="1637792"/>
                    <a:pt x="2728595" y="1621409"/>
                  </a:cubicBezTo>
                  <a:lnTo>
                    <a:pt x="2777998" y="1633347"/>
                  </a:lnTo>
                  <a:cubicBezTo>
                    <a:pt x="2774061" y="1649603"/>
                    <a:pt x="2770124" y="1665859"/>
                    <a:pt x="2766441" y="1682369"/>
                  </a:cubicBezTo>
                  <a:close/>
                  <a:moveTo>
                    <a:pt x="2790444" y="1583817"/>
                  </a:moveTo>
                  <a:cubicBezTo>
                    <a:pt x="2794635" y="1567307"/>
                    <a:pt x="2798953" y="1550797"/>
                    <a:pt x="2803398" y="1534414"/>
                  </a:cubicBezTo>
                  <a:lnTo>
                    <a:pt x="2852420" y="1547495"/>
                  </a:lnTo>
                  <a:cubicBezTo>
                    <a:pt x="2848102" y="1563624"/>
                    <a:pt x="2843784" y="1579880"/>
                    <a:pt x="2839720" y="1596263"/>
                  </a:cubicBezTo>
                  <a:close/>
                  <a:moveTo>
                    <a:pt x="2866263" y="1496949"/>
                  </a:moveTo>
                  <a:cubicBezTo>
                    <a:pt x="2870962" y="1480439"/>
                    <a:pt x="2875661" y="1463929"/>
                    <a:pt x="2880487" y="1447673"/>
                  </a:cubicBezTo>
                  <a:lnTo>
                    <a:pt x="2929255" y="1462024"/>
                  </a:lnTo>
                  <a:cubicBezTo>
                    <a:pt x="2924556" y="1478153"/>
                    <a:pt x="2919857" y="1494409"/>
                    <a:pt x="2915285" y="1510792"/>
                  </a:cubicBezTo>
                  <a:close/>
                  <a:moveTo>
                    <a:pt x="2944114" y="1412748"/>
                  </a:moveTo>
                  <a:cubicBezTo>
                    <a:pt x="2949067" y="1396619"/>
                    <a:pt x="2954147" y="1380617"/>
                    <a:pt x="2959227" y="1364742"/>
                  </a:cubicBezTo>
                  <a:lnTo>
                    <a:pt x="3007614" y="1380236"/>
                  </a:lnTo>
                  <a:cubicBezTo>
                    <a:pt x="3002534" y="1395984"/>
                    <a:pt x="2997581" y="1411732"/>
                    <a:pt x="2992755" y="1427607"/>
                  </a:cubicBezTo>
                  <a:close/>
                  <a:moveTo>
                    <a:pt x="3023743" y="1331341"/>
                  </a:moveTo>
                  <a:cubicBezTo>
                    <a:pt x="3029204" y="1315085"/>
                    <a:pt x="3034792" y="1298956"/>
                    <a:pt x="3040380" y="1282954"/>
                  </a:cubicBezTo>
                  <a:lnTo>
                    <a:pt x="3088259" y="1299845"/>
                  </a:lnTo>
                  <a:cubicBezTo>
                    <a:pt x="3082671" y="1315593"/>
                    <a:pt x="3077210" y="1331468"/>
                    <a:pt x="3071876" y="1347597"/>
                  </a:cubicBezTo>
                  <a:close/>
                  <a:moveTo>
                    <a:pt x="3105785" y="1251077"/>
                  </a:moveTo>
                  <a:cubicBezTo>
                    <a:pt x="3111754" y="1234948"/>
                    <a:pt x="3117723" y="1218946"/>
                    <a:pt x="3123819" y="1203198"/>
                  </a:cubicBezTo>
                  <a:lnTo>
                    <a:pt x="3171190" y="1221359"/>
                  </a:lnTo>
                  <a:cubicBezTo>
                    <a:pt x="3165221" y="1236980"/>
                    <a:pt x="3159252" y="1252728"/>
                    <a:pt x="3153410" y="1268603"/>
                  </a:cubicBezTo>
                  <a:close/>
                  <a:moveTo>
                    <a:pt x="3190113" y="1173099"/>
                  </a:moveTo>
                  <a:cubicBezTo>
                    <a:pt x="3196463" y="1157224"/>
                    <a:pt x="3202940" y="1141349"/>
                    <a:pt x="3209544" y="1125728"/>
                  </a:cubicBezTo>
                  <a:lnTo>
                    <a:pt x="3256407" y="1145413"/>
                  </a:lnTo>
                  <a:cubicBezTo>
                    <a:pt x="3249930" y="1160780"/>
                    <a:pt x="3243580" y="1176401"/>
                    <a:pt x="3237230" y="1192022"/>
                  </a:cubicBezTo>
                  <a:close/>
                  <a:moveTo>
                    <a:pt x="3276854" y="1097534"/>
                  </a:moveTo>
                  <a:cubicBezTo>
                    <a:pt x="3283712" y="1081786"/>
                    <a:pt x="3290697" y="1066165"/>
                    <a:pt x="3297809" y="1050798"/>
                  </a:cubicBezTo>
                  <a:lnTo>
                    <a:pt x="3344037" y="1072007"/>
                  </a:lnTo>
                  <a:cubicBezTo>
                    <a:pt x="3337052" y="1087120"/>
                    <a:pt x="3330194" y="1102487"/>
                    <a:pt x="3323463" y="1117981"/>
                  </a:cubicBezTo>
                  <a:close/>
                  <a:moveTo>
                    <a:pt x="3366135" y="1024890"/>
                  </a:moveTo>
                  <a:cubicBezTo>
                    <a:pt x="3373628" y="1009396"/>
                    <a:pt x="3381121" y="994029"/>
                    <a:pt x="3388741" y="978916"/>
                  </a:cubicBezTo>
                  <a:lnTo>
                    <a:pt x="3434080" y="1001776"/>
                  </a:lnTo>
                  <a:cubicBezTo>
                    <a:pt x="3426587" y="1016635"/>
                    <a:pt x="3419221" y="1031748"/>
                    <a:pt x="3411855" y="1046988"/>
                  </a:cubicBezTo>
                  <a:close/>
                  <a:moveTo>
                    <a:pt x="3457956" y="955421"/>
                  </a:moveTo>
                  <a:cubicBezTo>
                    <a:pt x="3465957" y="940181"/>
                    <a:pt x="3474085" y="925068"/>
                    <a:pt x="3482340" y="910336"/>
                  </a:cubicBezTo>
                  <a:lnTo>
                    <a:pt x="3526790" y="934974"/>
                  </a:lnTo>
                  <a:cubicBezTo>
                    <a:pt x="3518789" y="949579"/>
                    <a:pt x="3510788" y="964311"/>
                    <a:pt x="3502914" y="979170"/>
                  </a:cubicBezTo>
                  <a:close/>
                  <a:moveTo>
                    <a:pt x="3552571" y="889381"/>
                  </a:moveTo>
                  <a:cubicBezTo>
                    <a:pt x="3561334" y="874395"/>
                    <a:pt x="3570097" y="859536"/>
                    <a:pt x="3579114" y="844931"/>
                  </a:cubicBezTo>
                  <a:lnTo>
                    <a:pt x="3622421" y="871474"/>
                  </a:lnTo>
                  <a:cubicBezTo>
                    <a:pt x="3613658" y="885698"/>
                    <a:pt x="3605022" y="900303"/>
                    <a:pt x="3596513" y="915035"/>
                  </a:cubicBezTo>
                  <a:close/>
                  <a:moveTo>
                    <a:pt x="3650107" y="827278"/>
                  </a:moveTo>
                  <a:cubicBezTo>
                    <a:pt x="3659505" y="812673"/>
                    <a:pt x="3669030" y="798195"/>
                    <a:pt x="3678682" y="784098"/>
                  </a:cubicBezTo>
                  <a:lnTo>
                    <a:pt x="3720719" y="812673"/>
                  </a:lnTo>
                  <a:cubicBezTo>
                    <a:pt x="3711321" y="826516"/>
                    <a:pt x="3702050" y="840486"/>
                    <a:pt x="3692906" y="854837"/>
                  </a:cubicBezTo>
                  <a:close/>
                  <a:moveTo>
                    <a:pt x="3750691" y="769620"/>
                  </a:moveTo>
                  <a:cubicBezTo>
                    <a:pt x="3760851" y="755523"/>
                    <a:pt x="3771138" y="741553"/>
                    <a:pt x="3781425" y="727964"/>
                  </a:cubicBezTo>
                  <a:lnTo>
                    <a:pt x="3821811" y="758698"/>
                  </a:lnTo>
                  <a:cubicBezTo>
                    <a:pt x="3811778" y="771906"/>
                    <a:pt x="3801745" y="785495"/>
                    <a:pt x="3791839" y="799211"/>
                  </a:cubicBezTo>
                  <a:close/>
                  <a:moveTo>
                    <a:pt x="3854323" y="717042"/>
                  </a:moveTo>
                  <a:cubicBezTo>
                    <a:pt x="3865245" y="703580"/>
                    <a:pt x="3876294" y="690245"/>
                    <a:pt x="3887470" y="677418"/>
                  </a:cubicBezTo>
                  <a:lnTo>
                    <a:pt x="3925951" y="710565"/>
                  </a:lnTo>
                  <a:cubicBezTo>
                    <a:pt x="3915156" y="723011"/>
                    <a:pt x="3904488" y="735838"/>
                    <a:pt x="3893820" y="749046"/>
                  </a:cubicBezTo>
                  <a:close/>
                  <a:moveTo>
                    <a:pt x="3961384" y="670814"/>
                  </a:moveTo>
                  <a:cubicBezTo>
                    <a:pt x="3973195" y="658114"/>
                    <a:pt x="3985006" y="645668"/>
                    <a:pt x="3996944" y="633603"/>
                  </a:cubicBezTo>
                  <a:lnTo>
                    <a:pt x="4033012" y="669417"/>
                  </a:lnTo>
                  <a:cubicBezTo>
                    <a:pt x="4021455" y="680974"/>
                    <a:pt x="4010025" y="692912"/>
                    <a:pt x="3998722" y="705231"/>
                  </a:cubicBezTo>
                  <a:close/>
                  <a:moveTo>
                    <a:pt x="4071747" y="631825"/>
                  </a:moveTo>
                  <a:cubicBezTo>
                    <a:pt x="4084447" y="620014"/>
                    <a:pt x="4097401" y="608457"/>
                    <a:pt x="4110355" y="597408"/>
                  </a:cubicBezTo>
                  <a:lnTo>
                    <a:pt x="4143375" y="636016"/>
                  </a:lnTo>
                  <a:cubicBezTo>
                    <a:pt x="4130929" y="646684"/>
                    <a:pt x="4118610" y="657606"/>
                    <a:pt x="4106418" y="669036"/>
                  </a:cubicBezTo>
                  <a:close/>
                  <a:moveTo>
                    <a:pt x="4185158" y="601726"/>
                  </a:moveTo>
                  <a:cubicBezTo>
                    <a:pt x="4199001" y="590931"/>
                    <a:pt x="4212971" y="580517"/>
                    <a:pt x="4227068" y="570611"/>
                  </a:cubicBezTo>
                  <a:lnTo>
                    <a:pt x="4256278" y="612140"/>
                  </a:lnTo>
                  <a:cubicBezTo>
                    <a:pt x="4242943" y="621538"/>
                    <a:pt x="4229608" y="631444"/>
                    <a:pt x="4216400" y="641731"/>
                  </a:cubicBezTo>
                  <a:close/>
                  <a:moveTo>
                    <a:pt x="4301490" y="581914"/>
                  </a:moveTo>
                  <a:cubicBezTo>
                    <a:pt x="4316349" y="572516"/>
                    <a:pt x="4331335" y="563753"/>
                    <a:pt x="4346448" y="555371"/>
                  </a:cubicBezTo>
                  <a:lnTo>
                    <a:pt x="4370959" y="599821"/>
                  </a:lnTo>
                  <a:cubicBezTo>
                    <a:pt x="4356735" y="607695"/>
                    <a:pt x="4342511" y="616077"/>
                    <a:pt x="4328414" y="624967"/>
                  </a:cubicBezTo>
                  <a:close/>
                  <a:moveTo>
                    <a:pt x="3091053" y="73279"/>
                  </a:moveTo>
                  <a:cubicBezTo>
                    <a:pt x="3106928" y="65786"/>
                    <a:pt x="3122930" y="58674"/>
                    <a:pt x="3139059" y="52324"/>
                  </a:cubicBezTo>
                  <a:lnTo>
                    <a:pt x="3157855" y="99441"/>
                  </a:lnTo>
                  <a:cubicBezTo>
                    <a:pt x="3142742" y="105410"/>
                    <a:pt x="3127756" y="112014"/>
                    <a:pt x="3112897" y="119126"/>
                  </a:cubicBezTo>
                  <a:close/>
                  <a:moveTo>
                    <a:pt x="3210179" y="80391"/>
                  </a:moveTo>
                  <a:cubicBezTo>
                    <a:pt x="3226943" y="74930"/>
                    <a:pt x="3243834" y="70231"/>
                    <a:pt x="3260852" y="66040"/>
                  </a:cubicBezTo>
                  <a:lnTo>
                    <a:pt x="3272917" y="115443"/>
                  </a:lnTo>
                  <a:cubicBezTo>
                    <a:pt x="3257169" y="119253"/>
                    <a:pt x="3241421" y="123825"/>
                    <a:pt x="3225800" y="128778"/>
                  </a:cubicBezTo>
                  <a:close/>
                  <a:moveTo>
                    <a:pt x="3290570" y="9525"/>
                  </a:moveTo>
                  <a:cubicBezTo>
                    <a:pt x="3307842" y="6604"/>
                    <a:pt x="3325241" y="4318"/>
                    <a:pt x="3342767" y="2794"/>
                  </a:cubicBezTo>
                  <a:lnTo>
                    <a:pt x="3347339" y="53340"/>
                  </a:lnTo>
                  <a:cubicBezTo>
                    <a:pt x="3331083" y="54864"/>
                    <a:pt x="3314954" y="56896"/>
                    <a:pt x="3298952" y="59563"/>
                  </a:cubicBezTo>
                  <a:close/>
                  <a:moveTo>
                    <a:pt x="3403854" y="50038"/>
                  </a:moveTo>
                  <a:cubicBezTo>
                    <a:pt x="3407029" y="50038"/>
                    <a:pt x="3410204" y="49911"/>
                    <a:pt x="3413506" y="49911"/>
                  </a:cubicBezTo>
                  <a:lnTo>
                    <a:pt x="3413506" y="25400"/>
                  </a:lnTo>
                  <a:lnTo>
                    <a:pt x="3413506" y="0"/>
                  </a:lnTo>
                  <a:cubicBezTo>
                    <a:pt x="3427984" y="0"/>
                    <a:pt x="3442335" y="508"/>
                    <a:pt x="3456686" y="1397"/>
                  </a:cubicBezTo>
                  <a:lnTo>
                    <a:pt x="3453511" y="52070"/>
                  </a:lnTo>
                  <a:cubicBezTo>
                    <a:pt x="3440176" y="51181"/>
                    <a:pt x="3426841" y="50800"/>
                    <a:pt x="3413506" y="50800"/>
                  </a:cubicBezTo>
                  <a:lnTo>
                    <a:pt x="3413506" y="25400"/>
                  </a:lnTo>
                  <a:lnTo>
                    <a:pt x="3413506" y="50800"/>
                  </a:lnTo>
                  <a:cubicBezTo>
                    <a:pt x="3410585" y="50800"/>
                    <a:pt x="3407537" y="50800"/>
                    <a:pt x="3404616" y="50800"/>
                  </a:cubicBezTo>
                  <a:close/>
                  <a:moveTo>
                    <a:pt x="3509772" y="57404"/>
                  </a:moveTo>
                  <a:cubicBezTo>
                    <a:pt x="3527171" y="59817"/>
                    <a:pt x="3544443" y="62865"/>
                    <a:pt x="3561588" y="66675"/>
                  </a:cubicBezTo>
                  <a:lnTo>
                    <a:pt x="3550793" y="116332"/>
                  </a:lnTo>
                  <a:cubicBezTo>
                    <a:pt x="3534791" y="112903"/>
                    <a:pt x="3518789" y="109982"/>
                    <a:pt x="3502660" y="107696"/>
                  </a:cubicBezTo>
                  <a:close/>
                  <a:moveTo>
                    <a:pt x="3605530" y="129921"/>
                  </a:moveTo>
                  <a:cubicBezTo>
                    <a:pt x="3622294" y="134874"/>
                    <a:pt x="3638804" y="140335"/>
                    <a:pt x="3655314" y="146431"/>
                  </a:cubicBezTo>
                  <a:lnTo>
                    <a:pt x="3637661" y="194056"/>
                  </a:lnTo>
                  <a:cubicBezTo>
                    <a:pt x="3622294" y="188341"/>
                    <a:pt x="3606800" y="183134"/>
                    <a:pt x="3591179" y="178562"/>
                  </a:cubicBezTo>
                  <a:close/>
                  <a:moveTo>
                    <a:pt x="3689477" y="215011"/>
                  </a:moveTo>
                  <a:cubicBezTo>
                    <a:pt x="3705352" y="222123"/>
                    <a:pt x="3721100" y="229743"/>
                    <a:pt x="3736594" y="237998"/>
                  </a:cubicBezTo>
                  <a:lnTo>
                    <a:pt x="3712972" y="282956"/>
                  </a:lnTo>
                  <a:cubicBezTo>
                    <a:pt x="3698240" y="275209"/>
                    <a:pt x="3683508" y="268097"/>
                    <a:pt x="3668649" y="261366"/>
                  </a:cubicBezTo>
                  <a:close/>
                  <a:moveTo>
                    <a:pt x="3761232" y="309880"/>
                  </a:moveTo>
                  <a:cubicBezTo>
                    <a:pt x="3775964" y="318770"/>
                    <a:pt x="3790696" y="328168"/>
                    <a:pt x="3805174" y="337947"/>
                  </a:cubicBezTo>
                  <a:lnTo>
                    <a:pt x="3776726" y="379984"/>
                  </a:lnTo>
                  <a:cubicBezTo>
                    <a:pt x="3762883" y="370586"/>
                    <a:pt x="3749040" y="361823"/>
                    <a:pt x="3735070" y="353314"/>
                  </a:cubicBezTo>
                  <a:close/>
                  <a:moveTo>
                    <a:pt x="3821557" y="411734"/>
                  </a:moveTo>
                  <a:cubicBezTo>
                    <a:pt x="3835146" y="422021"/>
                    <a:pt x="3848735" y="432689"/>
                    <a:pt x="3862197" y="443738"/>
                  </a:cubicBezTo>
                  <a:lnTo>
                    <a:pt x="3829812" y="482854"/>
                  </a:lnTo>
                  <a:cubicBezTo>
                    <a:pt x="3816985" y="472186"/>
                    <a:pt x="3804031" y="462026"/>
                    <a:pt x="3791077" y="452247"/>
                  </a:cubicBezTo>
                  <a:close/>
                  <a:moveTo>
                    <a:pt x="3870960" y="518287"/>
                  </a:moveTo>
                  <a:cubicBezTo>
                    <a:pt x="3883660" y="529717"/>
                    <a:pt x="3896233" y="541655"/>
                    <a:pt x="3908679" y="553847"/>
                  </a:cubicBezTo>
                  <a:lnTo>
                    <a:pt x="3873119" y="590169"/>
                  </a:lnTo>
                  <a:cubicBezTo>
                    <a:pt x="3861054" y="578358"/>
                    <a:pt x="3848989" y="567055"/>
                    <a:pt x="3836797" y="556006"/>
                  </a:cubicBezTo>
                  <a:close/>
                  <a:moveTo>
                    <a:pt x="3910711" y="628269"/>
                  </a:moveTo>
                  <a:cubicBezTo>
                    <a:pt x="3922522" y="640715"/>
                    <a:pt x="3934206" y="653542"/>
                    <a:pt x="3945763" y="666623"/>
                  </a:cubicBezTo>
                  <a:lnTo>
                    <a:pt x="3907663" y="700278"/>
                  </a:lnTo>
                  <a:cubicBezTo>
                    <a:pt x="3896487" y="687578"/>
                    <a:pt x="3885184" y="675259"/>
                    <a:pt x="3873754" y="663194"/>
                  </a:cubicBezTo>
                  <a:close/>
                  <a:moveTo>
                    <a:pt x="3942207" y="740537"/>
                  </a:moveTo>
                  <a:cubicBezTo>
                    <a:pt x="3953129" y="753745"/>
                    <a:pt x="3963924" y="767080"/>
                    <a:pt x="3974592" y="780923"/>
                  </a:cubicBezTo>
                  <a:lnTo>
                    <a:pt x="3934460" y="812165"/>
                  </a:lnTo>
                  <a:cubicBezTo>
                    <a:pt x="3924046" y="798830"/>
                    <a:pt x="3913632" y="785749"/>
                    <a:pt x="3903091" y="773049"/>
                  </a:cubicBezTo>
                  <a:close/>
                  <a:moveTo>
                    <a:pt x="3966464" y="854456"/>
                  </a:moveTo>
                  <a:cubicBezTo>
                    <a:pt x="3976497" y="868172"/>
                    <a:pt x="3986403" y="882142"/>
                    <a:pt x="3996309" y="896366"/>
                  </a:cubicBezTo>
                  <a:lnTo>
                    <a:pt x="3954526" y="925322"/>
                  </a:lnTo>
                  <a:cubicBezTo>
                    <a:pt x="3944874" y="911479"/>
                    <a:pt x="3935222" y="897890"/>
                    <a:pt x="3925443" y="884555"/>
                  </a:cubicBezTo>
                  <a:close/>
                  <a:moveTo>
                    <a:pt x="3984117" y="969264"/>
                  </a:moveTo>
                  <a:cubicBezTo>
                    <a:pt x="3993388" y="983488"/>
                    <a:pt x="4002659" y="997839"/>
                    <a:pt x="4011676" y="1012444"/>
                  </a:cubicBezTo>
                  <a:lnTo>
                    <a:pt x="3968496" y="1039241"/>
                  </a:lnTo>
                  <a:cubicBezTo>
                    <a:pt x="3959606" y="1024890"/>
                    <a:pt x="3950589" y="1010920"/>
                    <a:pt x="3941572" y="997077"/>
                  </a:cubicBezTo>
                  <a:close/>
                  <a:moveTo>
                    <a:pt x="3995928" y="1084326"/>
                  </a:moveTo>
                  <a:cubicBezTo>
                    <a:pt x="4004564" y="1098931"/>
                    <a:pt x="4013200" y="1113917"/>
                    <a:pt x="4021709" y="1128903"/>
                  </a:cubicBezTo>
                  <a:lnTo>
                    <a:pt x="3977386" y="1153795"/>
                  </a:lnTo>
                  <a:cubicBezTo>
                    <a:pt x="3969131" y="1139063"/>
                    <a:pt x="3960622" y="1124458"/>
                    <a:pt x="3952240" y="1110107"/>
                  </a:cubicBezTo>
                  <a:close/>
                  <a:moveTo>
                    <a:pt x="4002659" y="1199769"/>
                  </a:moveTo>
                  <a:cubicBezTo>
                    <a:pt x="4010660" y="1214755"/>
                    <a:pt x="4018661" y="1229868"/>
                    <a:pt x="4026408" y="1245235"/>
                  </a:cubicBezTo>
                  <a:lnTo>
                    <a:pt x="3981196" y="1268349"/>
                  </a:lnTo>
                  <a:cubicBezTo>
                    <a:pt x="3973449" y="1253363"/>
                    <a:pt x="3965702" y="1238504"/>
                    <a:pt x="3957828" y="1223772"/>
                  </a:cubicBezTo>
                  <a:close/>
                  <a:moveTo>
                    <a:pt x="4004564" y="1315085"/>
                  </a:moveTo>
                  <a:cubicBezTo>
                    <a:pt x="4012057" y="1330325"/>
                    <a:pt x="4019423" y="1345819"/>
                    <a:pt x="4026662" y="1361313"/>
                  </a:cubicBezTo>
                  <a:lnTo>
                    <a:pt x="3980561" y="1382776"/>
                  </a:lnTo>
                  <a:cubicBezTo>
                    <a:pt x="3973449" y="1367409"/>
                    <a:pt x="3966210" y="1352296"/>
                    <a:pt x="3958844" y="1337310"/>
                  </a:cubicBezTo>
                  <a:close/>
                  <a:moveTo>
                    <a:pt x="4002151" y="1430147"/>
                  </a:moveTo>
                  <a:cubicBezTo>
                    <a:pt x="4009009" y="1445641"/>
                    <a:pt x="4015867" y="1461262"/>
                    <a:pt x="4022598" y="1477137"/>
                  </a:cubicBezTo>
                  <a:lnTo>
                    <a:pt x="3975862" y="1497076"/>
                  </a:lnTo>
                  <a:cubicBezTo>
                    <a:pt x="3969258" y="1481582"/>
                    <a:pt x="3962527" y="1466088"/>
                    <a:pt x="3955796" y="1450848"/>
                  </a:cubicBezTo>
                  <a:close/>
                  <a:moveTo>
                    <a:pt x="3995928" y="1545082"/>
                  </a:moveTo>
                  <a:cubicBezTo>
                    <a:pt x="4002278" y="1560830"/>
                    <a:pt x="4008628" y="1576578"/>
                    <a:pt x="4014851" y="1592580"/>
                  </a:cubicBezTo>
                  <a:lnTo>
                    <a:pt x="3967480" y="1610995"/>
                  </a:lnTo>
                  <a:cubicBezTo>
                    <a:pt x="3961384" y="1595247"/>
                    <a:pt x="3955161" y="1579626"/>
                    <a:pt x="3948811" y="1564132"/>
                  </a:cubicBezTo>
                  <a:close/>
                  <a:moveTo>
                    <a:pt x="3986022" y="1659509"/>
                  </a:moveTo>
                  <a:cubicBezTo>
                    <a:pt x="3991991" y="1675384"/>
                    <a:pt x="3997833" y="1691386"/>
                    <a:pt x="4003548" y="1707515"/>
                  </a:cubicBezTo>
                  <a:lnTo>
                    <a:pt x="3955669" y="1724533"/>
                  </a:lnTo>
                  <a:cubicBezTo>
                    <a:pt x="3949954" y="1708658"/>
                    <a:pt x="3944239" y="1692783"/>
                    <a:pt x="3938397" y="1677162"/>
                  </a:cubicBezTo>
                  <a:close/>
                  <a:moveTo>
                    <a:pt x="3972814" y="1773555"/>
                  </a:moveTo>
                  <a:cubicBezTo>
                    <a:pt x="3978275" y="1789557"/>
                    <a:pt x="3983736" y="1805813"/>
                    <a:pt x="3989070" y="1822069"/>
                  </a:cubicBezTo>
                  <a:lnTo>
                    <a:pt x="3940810" y="1837817"/>
                  </a:lnTo>
                  <a:cubicBezTo>
                    <a:pt x="3935603" y="1821688"/>
                    <a:pt x="3930269" y="1805813"/>
                    <a:pt x="3924808" y="1789938"/>
                  </a:cubicBezTo>
                  <a:close/>
                  <a:moveTo>
                    <a:pt x="3956304" y="1886331"/>
                  </a:moveTo>
                  <a:cubicBezTo>
                    <a:pt x="3961257" y="1902333"/>
                    <a:pt x="3966210" y="1918462"/>
                    <a:pt x="3971163" y="1934718"/>
                  </a:cubicBezTo>
                  <a:lnTo>
                    <a:pt x="3922522" y="1949196"/>
                  </a:lnTo>
                  <a:cubicBezTo>
                    <a:pt x="3917696" y="1933194"/>
                    <a:pt x="3912870" y="1917192"/>
                    <a:pt x="3907917" y="1901317"/>
                  </a:cubicBezTo>
                  <a:close/>
                  <a:moveTo>
                    <a:pt x="3937000" y="1998853"/>
                  </a:moveTo>
                  <a:cubicBezTo>
                    <a:pt x="3941699" y="2015363"/>
                    <a:pt x="3946271" y="2031873"/>
                    <a:pt x="3950843" y="2048637"/>
                  </a:cubicBezTo>
                  <a:lnTo>
                    <a:pt x="3901821" y="2061972"/>
                  </a:lnTo>
                  <a:cubicBezTo>
                    <a:pt x="3897376" y="2045462"/>
                    <a:pt x="3892804" y="2029079"/>
                    <a:pt x="3888105" y="2012823"/>
                  </a:cubicBezTo>
                  <a:close/>
                  <a:moveTo>
                    <a:pt x="3915283" y="2112518"/>
                  </a:moveTo>
                  <a:cubicBezTo>
                    <a:pt x="3919474" y="2128647"/>
                    <a:pt x="3923538" y="2144903"/>
                    <a:pt x="3927602" y="2161286"/>
                  </a:cubicBezTo>
                  <a:lnTo>
                    <a:pt x="3878326" y="2173478"/>
                  </a:lnTo>
                  <a:cubicBezTo>
                    <a:pt x="3874389" y="2157349"/>
                    <a:pt x="3870198" y="2141220"/>
                    <a:pt x="3866134" y="2125218"/>
                  </a:cubicBezTo>
                  <a:close/>
                  <a:moveTo>
                    <a:pt x="3890391" y="2223389"/>
                  </a:moveTo>
                  <a:cubicBezTo>
                    <a:pt x="3894328" y="2239899"/>
                    <a:pt x="3898138" y="2256536"/>
                    <a:pt x="3901821" y="2273300"/>
                  </a:cubicBezTo>
                  <a:lnTo>
                    <a:pt x="3852291" y="2284349"/>
                  </a:lnTo>
                  <a:cubicBezTo>
                    <a:pt x="3848608" y="2267839"/>
                    <a:pt x="3844798" y="2251329"/>
                    <a:pt x="3840988" y="2235073"/>
                  </a:cubicBezTo>
                  <a:close/>
                  <a:moveTo>
                    <a:pt x="3863467" y="2335403"/>
                  </a:moveTo>
                  <a:cubicBezTo>
                    <a:pt x="3867023" y="2352167"/>
                    <a:pt x="3870452" y="2368931"/>
                    <a:pt x="3873881" y="2385822"/>
                  </a:cubicBezTo>
                  <a:lnTo>
                    <a:pt x="3824097" y="2395855"/>
                  </a:lnTo>
                  <a:cubicBezTo>
                    <a:pt x="3820795" y="2379091"/>
                    <a:pt x="3817239" y="2362454"/>
                    <a:pt x="3813810" y="2345944"/>
                  </a:cubicBezTo>
                  <a:close/>
                  <a:moveTo>
                    <a:pt x="3833876" y="2445893"/>
                  </a:moveTo>
                  <a:cubicBezTo>
                    <a:pt x="3837051" y="2462403"/>
                    <a:pt x="3840099" y="2479040"/>
                    <a:pt x="3843147" y="2495804"/>
                  </a:cubicBezTo>
                  <a:lnTo>
                    <a:pt x="3793109" y="2504821"/>
                  </a:lnTo>
                  <a:cubicBezTo>
                    <a:pt x="3790188" y="2488311"/>
                    <a:pt x="3787140" y="2471801"/>
                    <a:pt x="3783965" y="2455418"/>
                  </a:cubicBezTo>
                  <a:close/>
                  <a:moveTo>
                    <a:pt x="3801999" y="2555748"/>
                  </a:moveTo>
                  <a:cubicBezTo>
                    <a:pt x="3804793" y="2572639"/>
                    <a:pt x="3807587" y="2589530"/>
                    <a:pt x="3810381" y="2606548"/>
                  </a:cubicBezTo>
                  <a:lnTo>
                    <a:pt x="3760216" y="2614549"/>
                  </a:lnTo>
                  <a:cubicBezTo>
                    <a:pt x="3757549" y="2597658"/>
                    <a:pt x="3754755" y="2580894"/>
                    <a:pt x="3751961" y="2564257"/>
                  </a:cubicBezTo>
                  <a:close/>
                  <a:moveTo>
                    <a:pt x="3768217" y="2666111"/>
                  </a:moveTo>
                  <a:cubicBezTo>
                    <a:pt x="3770630" y="2682621"/>
                    <a:pt x="3773043" y="2699258"/>
                    <a:pt x="3775456" y="2716022"/>
                  </a:cubicBezTo>
                  <a:lnTo>
                    <a:pt x="3725164" y="2723007"/>
                  </a:lnTo>
                  <a:cubicBezTo>
                    <a:pt x="3722878" y="2706497"/>
                    <a:pt x="3720465" y="2689987"/>
                    <a:pt x="3718052" y="2673604"/>
                  </a:cubicBezTo>
                  <a:close/>
                  <a:moveTo>
                    <a:pt x="3732022" y="2773807"/>
                  </a:moveTo>
                  <a:cubicBezTo>
                    <a:pt x="3734181" y="2790571"/>
                    <a:pt x="3736340" y="2807462"/>
                    <a:pt x="3738372" y="2824480"/>
                  </a:cubicBezTo>
                  <a:lnTo>
                    <a:pt x="3687953" y="2830576"/>
                  </a:lnTo>
                  <a:cubicBezTo>
                    <a:pt x="3685921" y="2813812"/>
                    <a:pt x="3683889" y="2797048"/>
                    <a:pt x="3681730" y="2780411"/>
                  </a:cubicBezTo>
                  <a:close/>
                  <a:moveTo>
                    <a:pt x="3693922" y="2882011"/>
                  </a:moveTo>
                  <a:cubicBezTo>
                    <a:pt x="3695827" y="2899029"/>
                    <a:pt x="3697605" y="2916174"/>
                    <a:pt x="3699383" y="2933319"/>
                  </a:cubicBezTo>
                  <a:lnTo>
                    <a:pt x="3648837" y="2938399"/>
                  </a:lnTo>
                  <a:cubicBezTo>
                    <a:pt x="3647059" y="2921381"/>
                    <a:pt x="3645281" y="2904363"/>
                    <a:pt x="3643503" y="2887472"/>
                  </a:cubicBezTo>
                  <a:close/>
                  <a:moveTo>
                    <a:pt x="3653790" y="2989326"/>
                  </a:moveTo>
                  <a:cubicBezTo>
                    <a:pt x="3655314" y="3006090"/>
                    <a:pt x="3656838" y="3022854"/>
                    <a:pt x="3658235" y="3039745"/>
                  </a:cubicBezTo>
                  <a:lnTo>
                    <a:pt x="3607562" y="3043936"/>
                  </a:lnTo>
                  <a:cubicBezTo>
                    <a:pt x="3606165" y="3027172"/>
                    <a:pt x="3604768" y="3010535"/>
                    <a:pt x="3603244" y="2993898"/>
                  </a:cubicBezTo>
                  <a:close/>
                  <a:moveTo>
                    <a:pt x="3611626" y="3095117"/>
                  </a:moveTo>
                  <a:cubicBezTo>
                    <a:pt x="3612896" y="3112135"/>
                    <a:pt x="3614039" y="3129153"/>
                    <a:pt x="3615182" y="3146171"/>
                  </a:cubicBezTo>
                  <a:lnTo>
                    <a:pt x="3564509" y="3149473"/>
                  </a:lnTo>
                  <a:cubicBezTo>
                    <a:pt x="3563366" y="3132582"/>
                    <a:pt x="3562223" y="3115691"/>
                    <a:pt x="3561080" y="3098927"/>
                  </a:cubicBezTo>
                  <a:close/>
                  <a:moveTo>
                    <a:pt x="3567684" y="3201289"/>
                  </a:moveTo>
                  <a:cubicBezTo>
                    <a:pt x="3568573" y="3218307"/>
                    <a:pt x="3569462" y="3235452"/>
                    <a:pt x="3570351" y="3252470"/>
                  </a:cubicBezTo>
                  <a:lnTo>
                    <a:pt x="3519551" y="3254883"/>
                  </a:lnTo>
                  <a:cubicBezTo>
                    <a:pt x="3518789" y="3237865"/>
                    <a:pt x="3517900" y="3220974"/>
                    <a:pt x="3517011" y="3204083"/>
                  </a:cubicBezTo>
                  <a:close/>
                  <a:moveTo>
                    <a:pt x="3521710" y="3305810"/>
                  </a:moveTo>
                  <a:cubicBezTo>
                    <a:pt x="3522345" y="3322701"/>
                    <a:pt x="3522853" y="3339592"/>
                    <a:pt x="3523361" y="3356610"/>
                  </a:cubicBezTo>
                  <a:lnTo>
                    <a:pt x="3472561" y="3358134"/>
                  </a:lnTo>
                  <a:cubicBezTo>
                    <a:pt x="3472053" y="3341370"/>
                    <a:pt x="3471545" y="3324606"/>
                    <a:pt x="3470910" y="3307842"/>
                  </a:cubicBezTo>
                  <a:close/>
                  <a:moveTo>
                    <a:pt x="3473831" y="3409569"/>
                  </a:moveTo>
                  <a:cubicBezTo>
                    <a:pt x="3474212" y="3426587"/>
                    <a:pt x="3474466" y="3443732"/>
                    <a:pt x="3474720" y="3460750"/>
                  </a:cubicBezTo>
                  <a:lnTo>
                    <a:pt x="3423920" y="3461385"/>
                  </a:lnTo>
                  <a:cubicBezTo>
                    <a:pt x="3423666" y="3444367"/>
                    <a:pt x="3423412" y="3427476"/>
                    <a:pt x="3423158" y="3410585"/>
                  </a:cubicBezTo>
                  <a:close/>
                  <a:moveTo>
                    <a:pt x="3424428" y="3513328"/>
                  </a:moveTo>
                  <a:cubicBezTo>
                    <a:pt x="3424428" y="3519551"/>
                    <a:pt x="3424428" y="3525774"/>
                    <a:pt x="3424428" y="3531997"/>
                  </a:cubicBezTo>
                  <a:lnTo>
                    <a:pt x="3399028" y="3531997"/>
                  </a:lnTo>
                  <a:lnTo>
                    <a:pt x="3424428" y="3531997"/>
                  </a:lnTo>
                  <a:cubicBezTo>
                    <a:pt x="3424428" y="3542919"/>
                    <a:pt x="3424428" y="3553968"/>
                    <a:pt x="3424301" y="3564890"/>
                  </a:cubicBezTo>
                  <a:lnTo>
                    <a:pt x="3373501" y="3564636"/>
                  </a:lnTo>
                  <a:cubicBezTo>
                    <a:pt x="3373501" y="3553841"/>
                    <a:pt x="3373628" y="3542919"/>
                    <a:pt x="3373628" y="3531997"/>
                  </a:cubicBezTo>
                  <a:cubicBezTo>
                    <a:pt x="3373628" y="3525774"/>
                    <a:pt x="3373628" y="3519551"/>
                    <a:pt x="3373628" y="3513455"/>
                  </a:cubicBezTo>
                  <a:close/>
                  <a:moveTo>
                    <a:pt x="3373120" y="3616452"/>
                  </a:moveTo>
                  <a:cubicBezTo>
                    <a:pt x="3372866" y="3633597"/>
                    <a:pt x="3372612" y="3650615"/>
                    <a:pt x="3372231" y="3667633"/>
                  </a:cubicBezTo>
                  <a:lnTo>
                    <a:pt x="3321431" y="3666490"/>
                  </a:lnTo>
                  <a:cubicBezTo>
                    <a:pt x="3321812" y="3649599"/>
                    <a:pt x="3322066" y="3632708"/>
                    <a:pt x="3322320" y="3615817"/>
                  </a:cubicBezTo>
                  <a:close/>
                  <a:moveTo>
                    <a:pt x="3320034" y="3717925"/>
                  </a:moveTo>
                  <a:cubicBezTo>
                    <a:pt x="3319526" y="3734816"/>
                    <a:pt x="3318891" y="3751707"/>
                    <a:pt x="3318256" y="3768598"/>
                  </a:cubicBezTo>
                  <a:lnTo>
                    <a:pt x="3267456" y="3766566"/>
                  </a:lnTo>
                  <a:cubicBezTo>
                    <a:pt x="3268091" y="3749802"/>
                    <a:pt x="3268726" y="3733165"/>
                    <a:pt x="3269234" y="3716274"/>
                  </a:cubicBezTo>
                  <a:close/>
                  <a:moveTo>
                    <a:pt x="3265170" y="3817366"/>
                  </a:moveTo>
                  <a:cubicBezTo>
                    <a:pt x="3264281" y="3834638"/>
                    <a:pt x="3263392" y="3851783"/>
                    <a:pt x="3262376" y="3868928"/>
                  </a:cubicBezTo>
                  <a:lnTo>
                    <a:pt x="3211703" y="3866007"/>
                  </a:lnTo>
                  <a:cubicBezTo>
                    <a:pt x="3212719" y="3848989"/>
                    <a:pt x="3213608" y="3831971"/>
                    <a:pt x="3214370" y="3814953"/>
                  </a:cubicBezTo>
                  <a:close/>
                  <a:moveTo>
                    <a:pt x="3208401" y="3917696"/>
                  </a:moveTo>
                  <a:cubicBezTo>
                    <a:pt x="3207258" y="3934714"/>
                    <a:pt x="3205988" y="3951732"/>
                    <a:pt x="3204718" y="3968623"/>
                  </a:cubicBezTo>
                  <a:lnTo>
                    <a:pt x="3154045" y="3964813"/>
                  </a:lnTo>
                  <a:cubicBezTo>
                    <a:pt x="3155315" y="3948049"/>
                    <a:pt x="3156458" y="3931158"/>
                    <a:pt x="3157601" y="3914267"/>
                  </a:cubicBezTo>
                  <a:close/>
                  <a:moveTo>
                    <a:pt x="3149854" y="4015867"/>
                  </a:moveTo>
                  <a:cubicBezTo>
                    <a:pt x="3148457" y="4032758"/>
                    <a:pt x="3146933" y="4049522"/>
                    <a:pt x="3145409" y="4066286"/>
                  </a:cubicBezTo>
                  <a:lnTo>
                    <a:pt x="3094863" y="4061587"/>
                  </a:lnTo>
                  <a:cubicBezTo>
                    <a:pt x="3096387" y="4044950"/>
                    <a:pt x="3097911" y="4028313"/>
                    <a:pt x="3099308" y="4011676"/>
                  </a:cubicBezTo>
                  <a:close/>
                  <a:moveTo>
                    <a:pt x="3089783" y="4112895"/>
                  </a:moveTo>
                  <a:cubicBezTo>
                    <a:pt x="3088005" y="4130040"/>
                    <a:pt x="3086100" y="4147058"/>
                    <a:pt x="3084195" y="4164203"/>
                  </a:cubicBezTo>
                  <a:lnTo>
                    <a:pt x="3033776" y="4158488"/>
                  </a:lnTo>
                  <a:cubicBezTo>
                    <a:pt x="3035681" y="4141597"/>
                    <a:pt x="3037459" y="4124706"/>
                    <a:pt x="3039237" y="4107688"/>
                  </a:cubicBezTo>
                  <a:close/>
                  <a:moveTo>
                    <a:pt x="3027680" y="4209796"/>
                  </a:moveTo>
                  <a:cubicBezTo>
                    <a:pt x="3025648" y="4226687"/>
                    <a:pt x="3023489" y="4243578"/>
                    <a:pt x="3021203" y="4260342"/>
                  </a:cubicBezTo>
                  <a:lnTo>
                    <a:pt x="2970784" y="4253738"/>
                  </a:lnTo>
                  <a:cubicBezTo>
                    <a:pt x="2972943" y="4237101"/>
                    <a:pt x="2975102" y="4220464"/>
                    <a:pt x="2977134" y="4203700"/>
                  </a:cubicBezTo>
                  <a:close/>
                  <a:moveTo>
                    <a:pt x="2963799" y="4304411"/>
                  </a:moveTo>
                  <a:cubicBezTo>
                    <a:pt x="2961386" y="4321175"/>
                    <a:pt x="2958973" y="4337812"/>
                    <a:pt x="2956433" y="4354449"/>
                  </a:cubicBezTo>
                  <a:lnTo>
                    <a:pt x="2906268" y="4346829"/>
                  </a:lnTo>
                  <a:cubicBezTo>
                    <a:pt x="2908808" y="4330319"/>
                    <a:pt x="2911221" y="4313809"/>
                    <a:pt x="2913507" y="4297172"/>
                  </a:cubicBezTo>
                  <a:close/>
                  <a:moveTo>
                    <a:pt x="2898140" y="4398391"/>
                  </a:moveTo>
                  <a:cubicBezTo>
                    <a:pt x="2895346" y="4415409"/>
                    <a:pt x="2892552" y="4432300"/>
                    <a:pt x="2889631" y="4449064"/>
                  </a:cubicBezTo>
                  <a:lnTo>
                    <a:pt x="2839593" y="4440428"/>
                  </a:lnTo>
                  <a:cubicBezTo>
                    <a:pt x="2842514" y="4423791"/>
                    <a:pt x="2845308" y="4407027"/>
                    <a:pt x="2847975" y="4390263"/>
                  </a:cubicBezTo>
                  <a:close/>
                  <a:moveTo>
                    <a:pt x="2830576" y="4491228"/>
                  </a:moveTo>
                  <a:cubicBezTo>
                    <a:pt x="2827528" y="4507865"/>
                    <a:pt x="2824353" y="4524502"/>
                    <a:pt x="2821178" y="4541012"/>
                  </a:cubicBezTo>
                  <a:lnTo>
                    <a:pt x="2771267" y="4531360"/>
                  </a:lnTo>
                  <a:cubicBezTo>
                    <a:pt x="2774442" y="4514977"/>
                    <a:pt x="2777490" y="4498594"/>
                    <a:pt x="2780538" y="4482084"/>
                  </a:cubicBezTo>
                  <a:close/>
                  <a:moveTo>
                    <a:pt x="2761361" y="4581271"/>
                  </a:moveTo>
                  <a:cubicBezTo>
                    <a:pt x="2757932" y="4598289"/>
                    <a:pt x="2754376" y="4615180"/>
                    <a:pt x="2750693" y="4632071"/>
                  </a:cubicBezTo>
                  <a:lnTo>
                    <a:pt x="2701036" y="4621403"/>
                  </a:lnTo>
                  <a:cubicBezTo>
                    <a:pt x="2704592" y="4604766"/>
                    <a:pt x="2708148" y="4588002"/>
                    <a:pt x="2711577" y="4571111"/>
                  </a:cubicBezTo>
                  <a:close/>
                  <a:moveTo>
                    <a:pt x="2689860" y="4672203"/>
                  </a:moveTo>
                  <a:cubicBezTo>
                    <a:pt x="2686050" y="4688840"/>
                    <a:pt x="2682240" y="4705477"/>
                    <a:pt x="2678303" y="4721987"/>
                  </a:cubicBezTo>
                  <a:lnTo>
                    <a:pt x="2628900" y="4710176"/>
                  </a:lnTo>
                  <a:cubicBezTo>
                    <a:pt x="2632837" y="4693920"/>
                    <a:pt x="2636647" y="4677537"/>
                    <a:pt x="2640330" y="4661027"/>
                  </a:cubicBezTo>
                  <a:close/>
                  <a:moveTo>
                    <a:pt x="2616708" y="4759960"/>
                  </a:moveTo>
                  <a:cubicBezTo>
                    <a:pt x="2612644" y="4776343"/>
                    <a:pt x="2608453" y="4792599"/>
                    <a:pt x="2604135" y="4808728"/>
                  </a:cubicBezTo>
                  <a:lnTo>
                    <a:pt x="2554986" y="4795774"/>
                  </a:lnTo>
                  <a:cubicBezTo>
                    <a:pt x="2559177" y="4779772"/>
                    <a:pt x="2563368" y="4763643"/>
                    <a:pt x="2567432" y="4747514"/>
                  </a:cubicBezTo>
                  <a:close/>
                  <a:moveTo>
                    <a:pt x="2541397" y="4846574"/>
                  </a:moveTo>
                  <a:cubicBezTo>
                    <a:pt x="2536825" y="4863211"/>
                    <a:pt x="2532126" y="4879721"/>
                    <a:pt x="2527427" y="4896104"/>
                  </a:cubicBezTo>
                  <a:lnTo>
                    <a:pt x="2478659" y="4882007"/>
                  </a:lnTo>
                  <a:cubicBezTo>
                    <a:pt x="2483358" y="4865751"/>
                    <a:pt x="2487930" y="4849495"/>
                    <a:pt x="2492502" y="4832985"/>
                  </a:cubicBezTo>
                  <a:close/>
                  <a:moveTo>
                    <a:pt x="2464054" y="4931537"/>
                  </a:moveTo>
                  <a:cubicBezTo>
                    <a:pt x="2459101" y="4947793"/>
                    <a:pt x="2454148" y="4963795"/>
                    <a:pt x="2449068" y="4979797"/>
                  </a:cubicBezTo>
                  <a:lnTo>
                    <a:pt x="2400681" y="4964430"/>
                  </a:lnTo>
                  <a:cubicBezTo>
                    <a:pt x="2405634" y="4948682"/>
                    <a:pt x="2410587" y="4932807"/>
                    <a:pt x="2415413" y="4916805"/>
                  </a:cubicBezTo>
                  <a:close/>
                  <a:moveTo>
                    <a:pt x="2384933" y="5013071"/>
                  </a:moveTo>
                  <a:cubicBezTo>
                    <a:pt x="2379599" y="5029327"/>
                    <a:pt x="2374138" y="5045456"/>
                    <a:pt x="2368550" y="5061458"/>
                  </a:cubicBezTo>
                  <a:lnTo>
                    <a:pt x="2320544" y="5044821"/>
                  </a:lnTo>
                  <a:cubicBezTo>
                    <a:pt x="2326005" y="5029073"/>
                    <a:pt x="2331339" y="5013071"/>
                    <a:pt x="2336673" y="4997069"/>
                  </a:cubicBezTo>
                  <a:close/>
                  <a:moveTo>
                    <a:pt x="2303272" y="5093716"/>
                  </a:moveTo>
                  <a:cubicBezTo>
                    <a:pt x="2297430" y="5109845"/>
                    <a:pt x="2291588" y="5125847"/>
                    <a:pt x="2285492" y="5141722"/>
                  </a:cubicBezTo>
                  <a:lnTo>
                    <a:pt x="2237994" y="5123815"/>
                  </a:lnTo>
                  <a:cubicBezTo>
                    <a:pt x="2243836" y="5108194"/>
                    <a:pt x="2249678" y="5092446"/>
                    <a:pt x="2255520" y="5076571"/>
                  </a:cubicBezTo>
                  <a:close/>
                  <a:moveTo>
                    <a:pt x="2219325" y="5172329"/>
                  </a:moveTo>
                  <a:cubicBezTo>
                    <a:pt x="2212975" y="5188331"/>
                    <a:pt x="2206625" y="5204079"/>
                    <a:pt x="2200148" y="5219827"/>
                  </a:cubicBezTo>
                  <a:lnTo>
                    <a:pt x="2153158" y="5200396"/>
                  </a:lnTo>
                  <a:cubicBezTo>
                    <a:pt x="2159508" y="5184902"/>
                    <a:pt x="2165858" y="5169408"/>
                    <a:pt x="2172081" y="5153660"/>
                  </a:cubicBezTo>
                  <a:close/>
                  <a:moveTo>
                    <a:pt x="2132965" y="5248275"/>
                  </a:moveTo>
                  <a:cubicBezTo>
                    <a:pt x="2126107" y="5264023"/>
                    <a:pt x="2119249" y="5279644"/>
                    <a:pt x="2112264" y="5295138"/>
                  </a:cubicBezTo>
                  <a:lnTo>
                    <a:pt x="2065909" y="5274310"/>
                  </a:lnTo>
                  <a:cubicBezTo>
                    <a:pt x="2072767" y="5259070"/>
                    <a:pt x="2079498" y="5243703"/>
                    <a:pt x="2086229" y="5228209"/>
                  </a:cubicBezTo>
                  <a:close/>
                  <a:moveTo>
                    <a:pt x="2044065" y="5321554"/>
                  </a:moveTo>
                  <a:cubicBezTo>
                    <a:pt x="2036699" y="5337175"/>
                    <a:pt x="2029333" y="5352542"/>
                    <a:pt x="2021713" y="5367655"/>
                  </a:cubicBezTo>
                  <a:lnTo>
                    <a:pt x="1976120" y="5345176"/>
                  </a:lnTo>
                  <a:cubicBezTo>
                    <a:pt x="1983486" y="5330190"/>
                    <a:pt x="1990852" y="5315077"/>
                    <a:pt x="1997964" y="5299837"/>
                  </a:cubicBezTo>
                  <a:close/>
                  <a:moveTo>
                    <a:pt x="1952498" y="5391785"/>
                  </a:moveTo>
                  <a:cubicBezTo>
                    <a:pt x="1944624" y="5407025"/>
                    <a:pt x="1936623" y="5422138"/>
                    <a:pt x="1928495" y="5437124"/>
                  </a:cubicBezTo>
                  <a:lnTo>
                    <a:pt x="1883918" y="5412867"/>
                  </a:lnTo>
                  <a:cubicBezTo>
                    <a:pt x="1891919" y="5398262"/>
                    <a:pt x="1899666" y="5383403"/>
                    <a:pt x="1907540" y="5368417"/>
                  </a:cubicBezTo>
                  <a:close/>
                  <a:moveTo>
                    <a:pt x="1858518" y="5458587"/>
                  </a:moveTo>
                  <a:cubicBezTo>
                    <a:pt x="1849882" y="5473700"/>
                    <a:pt x="1841246" y="5488559"/>
                    <a:pt x="1832483" y="5503164"/>
                  </a:cubicBezTo>
                  <a:lnTo>
                    <a:pt x="1788922" y="5477002"/>
                  </a:lnTo>
                  <a:cubicBezTo>
                    <a:pt x="1797558" y="5462651"/>
                    <a:pt x="1806067" y="5448173"/>
                    <a:pt x="1814449" y="5433314"/>
                  </a:cubicBezTo>
                  <a:close/>
                  <a:moveTo>
                    <a:pt x="1761490" y="5521706"/>
                  </a:moveTo>
                  <a:cubicBezTo>
                    <a:pt x="1752219" y="5536311"/>
                    <a:pt x="1742948" y="5550789"/>
                    <a:pt x="1733423" y="5564886"/>
                  </a:cubicBezTo>
                  <a:lnTo>
                    <a:pt x="1691132" y="5536692"/>
                  </a:lnTo>
                  <a:cubicBezTo>
                    <a:pt x="1700276" y="5522849"/>
                    <a:pt x="1709420" y="5508752"/>
                    <a:pt x="1718437" y="5494528"/>
                  </a:cubicBezTo>
                  <a:close/>
                  <a:moveTo>
                    <a:pt x="1661414" y="5580126"/>
                  </a:moveTo>
                  <a:cubicBezTo>
                    <a:pt x="1651381" y="5594350"/>
                    <a:pt x="1641348" y="5608320"/>
                    <a:pt x="1631061" y="5622036"/>
                  </a:cubicBezTo>
                  <a:lnTo>
                    <a:pt x="1590294" y="5591683"/>
                  </a:lnTo>
                  <a:cubicBezTo>
                    <a:pt x="1600200" y="5578348"/>
                    <a:pt x="1609979" y="5564759"/>
                    <a:pt x="1619758" y="5550916"/>
                  </a:cubicBezTo>
                  <a:close/>
                  <a:moveTo>
                    <a:pt x="1558290" y="5633466"/>
                  </a:moveTo>
                  <a:cubicBezTo>
                    <a:pt x="1547495" y="5647182"/>
                    <a:pt x="1536446" y="5660644"/>
                    <a:pt x="1525524" y="5673725"/>
                  </a:cubicBezTo>
                  <a:lnTo>
                    <a:pt x="1486662" y="5640959"/>
                  </a:lnTo>
                  <a:cubicBezTo>
                    <a:pt x="1497330" y="5628259"/>
                    <a:pt x="1507998" y="5615305"/>
                    <a:pt x="1518539" y="5601970"/>
                  </a:cubicBezTo>
                  <a:close/>
                  <a:moveTo>
                    <a:pt x="1451991" y="5680964"/>
                  </a:moveTo>
                  <a:cubicBezTo>
                    <a:pt x="1440307" y="5693918"/>
                    <a:pt x="1428496" y="5706618"/>
                    <a:pt x="1416685" y="5718810"/>
                  </a:cubicBezTo>
                  <a:lnTo>
                    <a:pt x="1380109" y="5683504"/>
                  </a:lnTo>
                  <a:cubicBezTo>
                    <a:pt x="1391539" y="5671693"/>
                    <a:pt x="1402969" y="5659501"/>
                    <a:pt x="1414272" y="5646928"/>
                  </a:cubicBezTo>
                  <a:close/>
                  <a:moveTo>
                    <a:pt x="1342263" y="5721350"/>
                  </a:moveTo>
                  <a:cubicBezTo>
                    <a:pt x="1329690" y="5733415"/>
                    <a:pt x="1317117" y="5744972"/>
                    <a:pt x="1304290" y="5756275"/>
                  </a:cubicBezTo>
                  <a:lnTo>
                    <a:pt x="1270635" y="5718175"/>
                  </a:lnTo>
                  <a:cubicBezTo>
                    <a:pt x="1282827" y="5707380"/>
                    <a:pt x="1295019" y="5696204"/>
                    <a:pt x="1307084" y="5684647"/>
                  </a:cubicBezTo>
                  <a:close/>
                  <a:moveTo>
                    <a:pt x="1229233" y="5753227"/>
                  </a:moveTo>
                  <a:cubicBezTo>
                    <a:pt x="1215644" y="5764149"/>
                    <a:pt x="1201928" y="5774817"/>
                    <a:pt x="1188085" y="5784850"/>
                  </a:cubicBezTo>
                  <a:lnTo>
                    <a:pt x="1158113" y="5743829"/>
                  </a:lnTo>
                  <a:cubicBezTo>
                    <a:pt x="1171321" y="5734177"/>
                    <a:pt x="1184402" y="5724144"/>
                    <a:pt x="1197356" y="5713603"/>
                  </a:cubicBezTo>
                  <a:close/>
                  <a:moveTo>
                    <a:pt x="1113536" y="5774817"/>
                  </a:moveTo>
                  <a:cubicBezTo>
                    <a:pt x="1098804" y="5784469"/>
                    <a:pt x="1083945" y="5793613"/>
                    <a:pt x="1068959" y="5802376"/>
                  </a:cubicBezTo>
                  <a:lnTo>
                    <a:pt x="1043432" y="5758434"/>
                  </a:lnTo>
                  <a:cubicBezTo>
                    <a:pt x="1057529" y="5750179"/>
                    <a:pt x="1071626" y="5741543"/>
                    <a:pt x="1085596" y="5732399"/>
                  </a:cubicBezTo>
                  <a:close/>
                  <a:moveTo>
                    <a:pt x="995172" y="5784723"/>
                  </a:moveTo>
                  <a:cubicBezTo>
                    <a:pt x="979551" y="5792597"/>
                    <a:pt x="963676" y="5799963"/>
                    <a:pt x="947801" y="5806694"/>
                  </a:cubicBezTo>
                  <a:lnTo>
                    <a:pt x="927862" y="5759958"/>
                  </a:lnTo>
                  <a:cubicBezTo>
                    <a:pt x="942721" y="5753608"/>
                    <a:pt x="957580" y="5746750"/>
                    <a:pt x="972312" y="5739257"/>
                  </a:cubicBezTo>
                  <a:close/>
                  <a:moveTo>
                    <a:pt x="875919" y="5780278"/>
                  </a:moveTo>
                  <a:cubicBezTo>
                    <a:pt x="859282" y="5786120"/>
                    <a:pt x="842645" y="5791327"/>
                    <a:pt x="825754" y="5795899"/>
                  </a:cubicBezTo>
                  <a:lnTo>
                    <a:pt x="812419" y="5746877"/>
                  </a:lnTo>
                  <a:cubicBezTo>
                    <a:pt x="828040" y="5742559"/>
                    <a:pt x="843661" y="5737733"/>
                    <a:pt x="859155" y="5732272"/>
                  </a:cubicBezTo>
                  <a:close/>
                  <a:moveTo>
                    <a:pt x="757809" y="5759831"/>
                  </a:moveTo>
                  <a:cubicBezTo>
                    <a:pt x="740537" y="5763260"/>
                    <a:pt x="723138" y="5765927"/>
                    <a:pt x="705739" y="5767959"/>
                  </a:cubicBezTo>
                  <a:lnTo>
                    <a:pt x="699770" y="5717540"/>
                  </a:lnTo>
                  <a:cubicBezTo>
                    <a:pt x="715899" y="5715635"/>
                    <a:pt x="732028" y="5713095"/>
                    <a:pt x="748030" y="5709920"/>
                  </a:cubicBezTo>
                  <a:close/>
                  <a:moveTo>
                    <a:pt x="643509" y="5722239"/>
                  </a:moveTo>
                  <a:cubicBezTo>
                    <a:pt x="633984" y="5722620"/>
                    <a:pt x="624332" y="5722874"/>
                    <a:pt x="614807" y="5722874"/>
                  </a:cubicBezTo>
                  <a:lnTo>
                    <a:pt x="614807" y="5697474"/>
                  </a:lnTo>
                  <a:lnTo>
                    <a:pt x="614807" y="5722874"/>
                  </a:lnTo>
                  <a:cubicBezTo>
                    <a:pt x="606806" y="5722874"/>
                    <a:pt x="598678" y="5722747"/>
                    <a:pt x="590677" y="5722493"/>
                  </a:cubicBezTo>
                  <a:lnTo>
                    <a:pt x="592455" y="5671693"/>
                  </a:lnTo>
                  <a:cubicBezTo>
                    <a:pt x="599821" y="5671947"/>
                    <a:pt x="607314" y="5672074"/>
                    <a:pt x="614807" y="5672074"/>
                  </a:cubicBezTo>
                  <a:cubicBezTo>
                    <a:pt x="623697" y="5672074"/>
                    <a:pt x="632587" y="5671947"/>
                    <a:pt x="641477" y="5671566"/>
                  </a:cubicBezTo>
                  <a:close/>
                  <a:moveTo>
                    <a:pt x="536067" y="5667883"/>
                  </a:moveTo>
                  <a:cubicBezTo>
                    <a:pt x="518668" y="5665978"/>
                    <a:pt x="501269" y="5663311"/>
                    <a:pt x="483997" y="5660009"/>
                  </a:cubicBezTo>
                  <a:lnTo>
                    <a:pt x="493395" y="5610098"/>
                  </a:lnTo>
                  <a:cubicBezTo>
                    <a:pt x="509397" y="5613146"/>
                    <a:pt x="525526" y="5615559"/>
                    <a:pt x="541655" y="5617337"/>
                  </a:cubicBezTo>
                  <a:close/>
                  <a:moveTo>
                    <a:pt x="438277" y="5597906"/>
                  </a:moveTo>
                  <a:cubicBezTo>
                    <a:pt x="421386" y="5593461"/>
                    <a:pt x="404622" y="5588254"/>
                    <a:pt x="387985" y="5582539"/>
                  </a:cubicBezTo>
                  <a:lnTo>
                    <a:pt x="404495" y="5534533"/>
                  </a:lnTo>
                  <a:cubicBezTo>
                    <a:pt x="419989" y="5539867"/>
                    <a:pt x="435610" y="5544566"/>
                    <a:pt x="451358" y="5548757"/>
                  </a:cubicBezTo>
                  <a:close/>
                  <a:moveTo>
                    <a:pt x="351917" y="5514721"/>
                  </a:moveTo>
                  <a:cubicBezTo>
                    <a:pt x="335915" y="5507990"/>
                    <a:pt x="320167" y="5500751"/>
                    <a:pt x="304419" y="5493004"/>
                  </a:cubicBezTo>
                  <a:lnTo>
                    <a:pt x="327025" y="5447538"/>
                  </a:lnTo>
                  <a:cubicBezTo>
                    <a:pt x="341757" y="5454904"/>
                    <a:pt x="356616" y="5461635"/>
                    <a:pt x="371602" y="5467985"/>
                  </a:cubicBezTo>
                  <a:close/>
                  <a:moveTo>
                    <a:pt x="278003" y="5421630"/>
                  </a:moveTo>
                  <a:cubicBezTo>
                    <a:pt x="263017" y="5412994"/>
                    <a:pt x="248031" y="5403850"/>
                    <a:pt x="233299" y="5394325"/>
                  </a:cubicBezTo>
                  <a:lnTo>
                    <a:pt x="260985" y="5351780"/>
                  </a:lnTo>
                  <a:cubicBezTo>
                    <a:pt x="274955" y="5360924"/>
                    <a:pt x="289052" y="5369560"/>
                    <a:pt x="303276" y="5377688"/>
                  </a:cubicBezTo>
                  <a:close/>
                  <a:moveTo>
                    <a:pt x="215773" y="5321046"/>
                  </a:moveTo>
                  <a:cubicBezTo>
                    <a:pt x="201930" y="5311013"/>
                    <a:pt x="188087" y="5300472"/>
                    <a:pt x="174498" y="5289550"/>
                  </a:cubicBezTo>
                  <a:lnTo>
                    <a:pt x="206248" y="5249926"/>
                  </a:lnTo>
                  <a:cubicBezTo>
                    <a:pt x="219329" y="5260340"/>
                    <a:pt x="232410" y="5270373"/>
                    <a:pt x="245618" y="5280025"/>
                  </a:cubicBezTo>
                  <a:close/>
                  <a:moveTo>
                    <a:pt x="164338" y="5215001"/>
                  </a:moveTo>
                  <a:cubicBezTo>
                    <a:pt x="151511" y="5203825"/>
                    <a:pt x="138938" y="5192268"/>
                    <a:pt x="126365" y="5180203"/>
                  </a:cubicBezTo>
                  <a:lnTo>
                    <a:pt x="161417" y="5143373"/>
                  </a:lnTo>
                  <a:cubicBezTo>
                    <a:pt x="173482" y="5154803"/>
                    <a:pt x="185674" y="5165979"/>
                    <a:pt x="197866" y="5176774"/>
                  </a:cubicBezTo>
                  <a:close/>
                  <a:moveTo>
                    <a:pt x="122936" y="5105527"/>
                  </a:moveTo>
                  <a:cubicBezTo>
                    <a:pt x="110998" y="5093335"/>
                    <a:pt x="99187" y="5080762"/>
                    <a:pt x="87503" y="5067808"/>
                  </a:cubicBezTo>
                  <a:lnTo>
                    <a:pt x="125095" y="5033645"/>
                  </a:lnTo>
                  <a:cubicBezTo>
                    <a:pt x="136398" y="5046091"/>
                    <a:pt x="147828" y="5058283"/>
                    <a:pt x="159258" y="5070094"/>
                  </a:cubicBezTo>
                  <a:close/>
                  <a:moveTo>
                    <a:pt x="89916" y="4993640"/>
                  </a:moveTo>
                  <a:cubicBezTo>
                    <a:pt x="78867" y="4980559"/>
                    <a:pt x="67818" y="4967224"/>
                    <a:pt x="57023" y="4953508"/>
                  </a:cubicBezTo>
                  <a:lnTo>
                    <a:pt x="96774" y="4921885"/>
                  </a:lnTo>
                  <a:cubicBezTo>
                    <a:pt x="107315" y="4935220"/>
                    <a:pt x="117983" y="4948174"/>
                    <a:pt x="128651" y="4960747"/>
                  </a:cubicBezTo>
                  <a:close/>
                  <a:moveTo>
                    <a:pt x="64516" y="4880102"/>
                  </a:moveTo>
                  <a:cubicBezTo>
                    <a:pt x="54229" y="4866386"/>
                    <a:pt x="44069" y="4852416"/>
                    <a:pt x="34036" y="4838192"/>
                  </a:cubicBezTo>
                  <a:lnTo>
                    <a:pt x="75565" y="4808855"/>
                  </a:lnTo>
                  <a:cubicBezTo>
                    <a:pt x="85344" y="4822698"/>
                    <a:pt x="95250" y="4836287"/>
                    <a:pt x="105156" y="4849622"/>
                  </a:cubicBezTo>
                  <a:close/>
                  <a:moveTo>
                    <a:pt x="45720" y="4765548"/>
                  </a:moveTo>
                  <a:cubicBezTo>
                    <a:pt x="36195" y="4751324"/>
                    <a:pt x="26924" y="4736973"/>
                    <a:pt x="17526" y="4722368"/>
                  </a:cubicBezTo>
                  <a:lnTo>
                    <a:pt x="60452" y="4695190"/>
                  </a:lnTo>
                  <a:cubicBezTo>
                    <a:pt x="69469" y="4709541"/>
                    <a:pt x="78613" y="4723511"/>
                    <a:pt x="87884" y="4737354"/>
                  </a:cubicBezTo>
                  <a:close/>
                  <a:moveTo>
                    <a:pt x="32766" y="4650486"/>
                  </a:moveTo>
                  <a:cubicBezTo>
                    <a:pt x="24003" y="4635881"/>
                    <a:pt x="15240" y="4621022"/>
                    <a:pt x="6604" y="4605909"/>
                  </a:cubicBezTo>
                  <a:lnTo>
                    <a:pt x="50673" y="4580636"/>
                  </a:lnTo>
                  <a:cubicBezTo>
                    <a:pt x="59182" y="4595368"/>
                    <a:pt x="67691" y="4609973"/>
                    <a:pt x="76327" y="4624324"/>
                  </a:cubicBezTo>
                  <a:close/>
                  <a:moveTo>
                    <a:pt x="25146" y="4534916"/>
                  </a:moveTo>
                  <a:cubicBezTo>
                    <a:pt x="17018" y="4520057"/>
                    <a:pt x="9017" y="4504944"/>
                    <a:pt x="1016" y="4489704"/>
                  </a:cubicBezTo>
                  <a:lnTo>
                    <a:pt x="46101" y="4466209"/>
                  </a:lnTo>
                  <a:cubicBezTo>
                    <a:pt x="53848" y="4481195"/>
                    <a:pt x="61722" y="4496054"/>
                    <a:pt x="69723" y="4510659"/>
                  </a:cubicBezTo>
                  <a:close/>
                  <a:moveTo>
                    <a:pt x="22352" y="4419727"/>
                  </a:moveTo>
                  <a:cubicBezTo>
                    <a:pt x="14859" y="4404487"/>
                    <a:pt x="7366" y="4389120"/>
                    <a:pt x="0" y="4373626"/>
                  </a:cubicBezTo>
                  <a:lnTo>
                    <a:pt x="45847" y="4351909"/>
                  </a:lnTo>
                  <a:cubicBezTo>
                    <a:pt x="53086" y="4367149"/>
                    <a:pt x="60452" y="4382262"/>
                    <a:pt x="67818" y="4397248"/>
                  </a:cubicBezTo>
                  <a:close/>
                  <a:moveTo>
                    <a:pt x="23876" y="4304665"/>
                  </a:moveTo>
                  <a:cubicBezTo>
                    <a:pt x="16891" y="4289171"/>
                    <a:pt x="9906" y="4273550"/>
                    <a:pt x="3175" y="4257802"/>
                  </a:cubicBezTo>
                  <a:lnTo>
                    <a:pt x="49784" y="4237609"/>
                  </a:lnTo>
                  <a:cubicBezTo>
                    <a:pt x="56515" y="4253103"/>
                    <a:pt x="63246" y="4268470"/>
                    <a:pt x="70231" y="4283710"/>
                  </a:cubicBezTo>
                  <a:close/>
                  <a:moveTo>
                    <a:pt x="29464" y="4189730"/>
                  </a:moveTo>
                  <a:cubicBezTo>
                    <a:pt x="22987" y="4174109"/>
                    <a:pt x="16510" y="4158234"/>
                    <a:pt x="10287" y="4142232"/>
                  </a:cubicBezTo>
                  <a:lnTo>
                    <a:pt x="57531" y="4123563"/>
                  </a:lnTo>
                  <a:cubicBezTo>
                    <a:pt x="63754" y="4139311"/>
                    <a:pt x="70104" y="4154805"/>
                    <a:pt x="76454" y="4170299"/>
                  </a:cubicBezTo>
                  <a:close/>
                  <a:moveTo>
                    <a:pt x="38735" y="4075176"/>
                  </a:moveTo>
                  <a:cubicBezTo>
                    <a:pt x="32766" y="4059301"/>
                    <a:pt x="26797" y="4043299"/>
                    <a:pt x="20955" y="4027170"/>
                  </a:cubicBezTo>
                  <a:lnTo>
                    <a:pt x="68707" y="4009898"/>
                  </a:lnTo>
                  <a:cubicBezTo>
                    <a:pt x="74422" y="4025773"/>
                    <a:pt x="80264" y="4041521"/>
                    <a:pt x="86233" y="4057142"/>
                  </a:cubicBezTo>
                  <a:close/>
                  <a:moveTo>
                    <a:pt x="51308" y="3961003"/>
                  </a:moveTo>
                  <a:cubicBezTo>
                    <a:pt x="45720" y="3945001"/>
                    <a:pt x="40259" y="3928872"/>
                    <a:pt x="34925" y="3912616"/>
                  </a:cubicBezTo>
                  <a:lnTo>
                    <a:pt x="83185" y="3896614"/>
                  </a:lnTo>
                  <a:cubicBezTo>
                    <a:pt x="88519" y="3912616"/>
                    <a:pt x="93980" y="3928618"/>
                    <a:pt x="99441" y="3944366"/>
                  </a:cubicBezTo>
                  <a:close/>
                  <a:moveTo>
                    <a:pt x="67437" y="3847846"/>
                  </a:moveTo>
                  <a:cubicBezTo>
                    <a:pt x="62357" y="3831844"/>
                    <a:pt x="57404" y="3815842"/>
                    <a:pt x="52451" y="3799586"/>
                  </a:cubicBezTo>
                  <a:lnTo>
                    <a:pt x="101092" y="3784854"/>
                  </a:lnTo>
                  <a:cubicBezTo>
                    <a:pt x="105918" y="3800856"/>
                    <a:pt x="110871" y="3816731"/>
                    <a:pt x="115824" y="3832479"/>
                  </a:cubicBezTo>
                  <a:close/>
                  <a:moveTo>
                    <a:pt x="86360" y="3735451"/>
                  </a:moveTo>
                  <a:cubicBezTo>
                    <a:pt x="81661" y="3719068"/>
                    <a:pt x="76962" y="3702558"/>
                    <a:pt x="72263" y="3685921"/>
                  </a:cubicBezTo>
                  <a:lnTo>
                    <a:pt x="2257933" y="4214368"/>
                  </a:lnTo>
                  <a:cubicBezTo>
                    <a:pt x="2262505" y="4230751"/>
                    <a:pt x="2267077" y="4247134"/>
                    <a:pt x="2271776" y="4263263"/>
                  </a:cubicBezTo>
                  <a:close/>
                  <a:moveTo>
                    <a:pt x="2244217" y="4163568"/>
                  </a:moveTo>
                  <a:cubicBezTo>
                    <a:pt x="2239899" y="4147312"/>
                    <a:pt x="2235708" y="4131056"/>
                    <a:pt x="2231644" y="4114673"/>
                  </a:cubicBezTo>
                  <a:lnTo>
                    <a:pt x="2280920" y="4102227"/>
                  </a:lnTo>
                  <a:cubicBezTo>
                    <a:pt x="2284984" y="4118483"/>
                    <a:pt x="2289175" y="4134612"/>
                    <a:pt x="2293366" y="4150614"/>
                  </a:cubicBezTo>
                  <a:close/>
                  <a:moveTo>
                    <a:pt x="2268728" y="4052570"/>
                  </a:moveTo>
                  <a:cubicBezTo>
                    <a:pt x="2264791" y="4036060"/>
                    <a:pt x="2260854" y="4019550"/>
                    <a:pt x="2257044" y="4002913"/>
                  </a:cubicBezTo>
                  <a:lnTo>
                    <a:pt x="2306574" y="3991610"/>
                  </a:lnTo>
                  <a:cubicBezTo>
                    <a:pt x="2310384" y="4008120"/>
                    <a:pt x="2314194" y="4024503"/>
                    <a:pt x="2318004" y="4040759"/>
                  </a:cubicBezTo>
                  <a:close/>
                  <a:moveTo>
                    <a:pt x="2295271" y="3940810"/>
                  </a:moveTo>
                  <a:cubicBezTo>
                    <a:pt x="2291588" y="3924046"/>
                    <a:pt x="2288032" y="3907028"/>
                    <a:pt x="2284603" y="3890010"/>
                  </a:cubicBezTo>
                  <a:lnTo>
                    <a:pt x="2334387" y="3879850"/>
                  </a:lnTo>
                  <a:cubicBezTo>
                    <a:pt x="2337816" y="3896614"/>
                    <a:pt x="2341372" y="3913378"/>
                    <a:pt x="2344928" y="3930015"/>
                  </a:cubicBezTo>
                  <a:close/>
                  <a:moveTo>
                    <a:pt x="2324354" y="3829812"/>
                  </a:moveTo>
                  <a:cubicBezTo>
                    <a:pt x="2321179" y="3813302"/>
                    <a:pt x="2318004" y="3796665"/>
                    <a:pt x="2314956" y="3780028"/>
                  </a:cubicBezTo>
                  <a:lnTo>
                    <a:pt x="2364867" y="3770884"/>
                  </a:lnTo>
                  <a:cubicBezTo>
                    <a:pt x="2367915" y="3787394"/>
                    <a:pt x="2370963" y="3803777"/>
                    <a:pt x="2374138" y="3820160"/>
                  </a:cubicBezTo>
                  <a:close/>
                  <a:moveTo>
                    <a:pt x="2355723" y="3720211"/>
                  </a:moveTo>
                  <a:cubicBezTo>
                    <a:pt x="2352802" y="3703447"/>
                    <a:pt x="2350008" y="3686556"/>
                    <a:pt x="2347214" y="3669538"/>
                  </a:cubicBezTo>
                  <a:lnTo>
                    <a:pt x="2397379" y="3661410"/>
                  </a:lnTo>
                  <a:cubicBezTo>
                    <a:pt x="2400173" y="3678174"/>
                    <a:pt x="2402967" y="3694938"/>
                    <a:pt x="2405761" y="3711575"/>
                  </a:cubicBezTo>
                  <a:close/>
                  <a:moveTo>
                    <a:pt x="2389251" y="3609848"/>
                  </a:moveTo>
                  <a:cubicBezTo>
                    <a:pt x="2386711" y="3593211"/>
                    <a:pt x="2384298" y="3576447"/>
                    <a:pt x="2381885" y="3559683"/>
                  </a:cubicBezTo>
                  <a:lnTo>
                    <a:pt x="2432177" y="3552444"/>
                  </a:lnTo>
                  <a:cubicBezTo>
                    <a:pt x="2434590" y="3569081"/>
                    <a:pt x="2437003" y="3585718"/>
                    <a:pt x="2439543" y="3602101"/>
                  </a:cubicBezTo>
                  <a:close/>
                  <a:moveTo>
                    <a:pt x="2425192" y="3501771"/>
                  </a:moveTo>
                  <a:cubicBezTo>
                    <a:pt x="2422906" y="3485007"/>
                    <a:pt x="2420747" y="3468116"/>
                    <a:pt x="2418715" y="3451225"/>
                  </a:cubicBezTo>
                  <a:lnTo>
                    <a:pt x="2469134" y="3445002"/>
                  </a:lnTo>
                  <a:cubicBezTo>
                    <a:pt x="2471166" y="3461766"/>
                    <a:pt x="2473325" y="3478403"/>
                    <a:pt x="2475484" y="3495040"/>
                  </a:cubicBezTo>
                  <a:close/>
                  <a:moveTo>
                    <a:pt x="2463038" y="3393694"/>
                  </a:moveTo>
                  <a:cubicBezTo>
                    <a:pt x="2461133" y="3376676"/>
                    <a:pt x="2459228" y="3359658"/>
                    <a:pt x="2457450" y="3342513"/>
                  </a:cubicBezTo>
                  <a:lnTo>
                    <a:pt x="2507996" y="3337306"/>
                  </a:lnTo>
                  <a:cubicBezTo>
                    <a:pt x="2509774" y="3354324"/>
                    <a:pt x="2511552" y="3371215"/>
                    <a:pt x="2513584" y="3388106"/>
                  </a:cubicBezTo>
                  <a:close/>
                  <a:moveTo>
                    <a:pt x="2502916" y="3285998"/>
                  </a:moveTo>
                  <a:cubicBezTo>
                    <a:pt x="2501392" y="3269234"/>
                    <a:pt x="2499868" y="3252470"/>
                    <a:pt x="2498344" y="3235706"/>
                  </a:cubicBezTo>
                  <a:lnTo>
                    <a:pt x="2549017" y="3231388"/>
                  </a:lnTo>
                  <a:cubicBezTo>
                    <a:pt x="2550414" y="3248025"/>
                    <a:pt x="2551938" y="3264662"/>
                    <a:pt x="2553462" y="3281299"/>
                  </a:cubicBezTo>
                  <a:close/>
                  <a:moveTo>
                    <a:pt x="2544826" y="3180334"/>
                  </a:moveTo>
                  <a:cubicBezTo>
                    <a:pt x="2543556" y="3163443"/>
                    <a:pt x="2542286" y="3146425"/>
                    <a:pt x="2541143" y="3129407"/>
                  </a:cubicBezTo>
                  <a:lnTo>
                    <a:pt x="2591816" y="3125978"/>
                  </a:lnTo>
                  <a:cubicBezTo>
                    <a:pt x="2592959" y="3142869"/>
                    <a:pt x="2594229" y="3159633"/>
                    <a:pt x="2595499" y="3176524"/>
                  </a:cubicBezTo>
                  <a:close/>
                  <a:moveTo>
                    <a:pt x="2588641" y="3074289"/>
                  </a:moveTo>
                  <a:cubicBezTo>
                    <a:pt x="2587625" y="3057144"/>
                    <a:pt x="2586736" y="3039999"/>
                    <a:pt x="2585847" y="3022727"/>
                  </a:cubicBezTo>
                  <a:lnTo>
                    <a:pt x="2636647" y="3020187"/>
                  </a:lnTo>
                  <a:cubicBezTo>
                    <a:pt x="2637536" y="3037205"/>
                    <a:pt x="2638425" y="3054223"/>
                    <a:pt x="2639441" y="3071241"/>
                  </a:cubicBezTo>
                  <a:close/>
                  <a:moveTo>
                    <a:pt x="2634361" y="2969133"/>
                  </a:moveTo>
                  <a:cubicBezTo>
                    <a:pt x="2633726" y="2952242"/>
                    <a:pt x="2633091" y="2935351"/>
                    <a:pt x="2632456" y="2918460"/>
                  </a:cubicBezTo>
                  <a:lnTo>
                    <a:pt x="2683256" y="2916809"/>
                  </a:lnTo>
                  <a:cubicBezTo>
                    <a:pt x="2683764" y="2933573"/>
                    <a:pt x="2684399" y="2950337"/>
                    <a:pt x="2685034" y="2966974"/>
                  </a:cubicBezTo>
                  <a:close/>
                  <a:moveTo>
                    <a:pt x="2681732" y="2865374"/>
                  </a:moveTo>
                  <a:cubicBezTo>
                    <a:pt x="2681351" y="2848356"/>
                    <a:pt x="2680970" y="2831338"/>
                    <a:pt x="2680716" y="2814193"/>
                  </a:cubicBezTo>
                  <a:lnTo>
                    <a:pt x="2731516" y="2813431"/>
                  </a:lnTo>
                  <a:cubicBezTo>
                    <a:pt x="2731770" y="2830322"/>
                    <a:pt x="2732151" y="2847340"/>
                    <a:pt x="2732532" y="2864104"/>
                  </a:cubicBezTo>
                  <a:close/>
                  <a:moveTo>
                    <a:pt x="2731008" y="2761615"/>
                  </a:moveTo>
                  <a:cubicBezTo>
                    <a:pt x="2029333" y="2852293"/>
                    <a:pt x="2029333" y="2839847"/>
                    <a:pt x="2029333" y="2827274"/>
                  </a:cubicBezTo>
                  <a:lnTo>
                    <a:pt x="2054733" y="2827274"/>
                  </a:lnTo>
                  <a:lnTo>
                    <a:pt x="2080133" y="2827274"/>
                  </a:lnTo>
                  <a:lnTo>
                    <a:pt x="2054733" y="2827274"/>
                  </a:lnTo>
                  <a:lnTo>
                    <a:pt x="2029333" y="2827274"/>
                  </a:lnTo>
                  <a:cubicBezTo>
                    <a:pt x="2029333" y="2810002"/>
                    <a:pt x="2029460" y="2792857"/>
                    <a:pt x="2029587" y="2775712"/>
                  </a:cubicBezTo>
                  <a:lnTo>
                    <a:pt x="2080387" y="2776093"/>
                  </a:lnTo>
                  <a:cubicBezTo>
                    <a:pt x="2080260" y="2793111"/>
                    <a:pt x="2080133" y="2810129"/>
                    <a:pt x="2080133" y="2827147"/>
                  </a:cubicBezTo>
                  <a:cubicBezTo>
                    <a:pt x="2080133" y="2841117"/>
                    <a:pt x="2068703" y="2852547"/>
                    <a:pt x="2054733" y="2852547"/>
                  </a:cubicBezTo>
                  <a:cubicBezTo>
                    <a:pt x="2040763" y="2852547"/>
                    <a:pt x="2029333" y="2841117"/>
                    <a:pt x="2029333" y="2827147"/>
                  </a:cubicBezTo>
                  <a:cubicBezTo>
                    <a:pt x="2029333" y="2813177"/>
                    <a:pt x="2040763" y="2801747"/>
                    <a:pt x="2054733" y="2801747"/>
                  </a:cubicBezTo>
                  <a:cubicBezTo>
                    <a:pt x="2068703" y="2801747"/>
                    <a:pt x="2080133" y="2813177"/>
                    <a:pt x="2080133" y="2827147"/>
                  </a:cubicBezTo>
                  <a:cubicBezTo>
                    <a:pt x="2080133" y="2839593"/>
                    <a:pt x="2080133" y="2851912"/>
                    <a:pt x="2080260" y="2864231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521625" y="3009900"/>
            <a:ext cx="17703625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92"/>
              </a:lnSpc>
            </a:pPr>
            <a:r>
              <a:rPr lang="en-US" sz="14622" dirty="0" err="1">
                <a:solidFill>
                  <a:srgbClr val="29235C"/>
                </a:solidFill>
                <a:latin typeface="Cooper Black" panose="0208090404030B020404" pitchFamily="18" charset="0"/>
                <a:ea typeface="Arimo"/>
                <a:cs typeface="Arimo"/>
                <a:sym typeface="Arimo"/>
              </a:rPr>
              <a:t>TechSphere</a:t>
            </a:r>
            <a:endParaRPr lang="en-US" sz="14622" dirty="0">
              <a:solidFill>
                <a:srgbClr val="29235C"/>
              </a:solidFill>
              <a:latin typeface="Cooper Black" panose="0208090404030B020404" pitchFamily="18" charset="0"/>
              <a:ea typeface="Arimo"/>
              <a:cs typeface="Arimo"/>
              <a:sym typeface="Arim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21625" y="7218937"/>
            <a:ext cx="7454550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 err="1">
                <a:solidFill>
                  <a:srgbClr val="29235C"/>
                </a:solidFill>
                <a:latin typeface="Tw Cen MT Condensed Extra Bold" panose="020B0803020202020204" pitchFamily="34" charset="0"/>
                <a:ea typeface="Mallanna"/>
                <a:cs typeface="Mallanna"/>
                <a:sym typeface="Mallanna"/>
              </a:rPr>
              <a:t>Integrantes</a:t>
            </a:r>
            <a:r>
              <a:rPr lang="en-US" sz="36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Mallanna"/>
                <a:cs typeface="Mallanna"/>
                <a:sym typeface="Mallanna"/>
              </a:rPr>
              <a:t>:</a:t>
            </a:r>
          </a:p>
          <a:p>
            <a:pPr marL="777240" lvl="1" indent="-38862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Mallanna"/>
                <a:cs typeface="Mallanna"/>
                <a:sym typeface="Mallanna"/>
              </a:rPr>
              <a:t>Luis Marcelo Aguilera Salazar</a:t>
            </a:r>
          </a:p>
          <a:p>
            <a:pPr marL="777240" lvl="1" indent="-38862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Mallanna"/>
                <a:cs typeface="Mallanna"/>
                <a:sym typeface="Mallanna"/>
              </a:rPr>
              <a:t>Leonardo Duran Cuenca</a:t>
            </a:r>
          </a:p>
        </p:txBody>
      </p:sp>
      <p:sp>
        <p:nvSpPr>
          <p:cNvPr id="11" name="AutoShape 11"/>
          <p:cNvSpPr/>
          <p:nvPr/>
        </p:nvSpPr>
        <p:spPr>
          <a:xfrm rot="10608">
            <a:off x="1430521" y="2280025"/>
            <a:ext cx="12346559" cy="0"/>
          </a:xfrm>
          <a:prstGeom prst="line">
            <a:avLst/>
          </a:prstGeom>
          <a:ln w="19050" cap="rnd">
            <a:solidFill>
              <a:srgbClr val="29235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10615">
            <a:off x="1449921" y="7085317"/>
            <a:ext cx="12338159" cy="0"/>
          </a:xfrm>
          <a:prstGeom prst="line">
            <a:avLst/>
          </a:prstGeom>
          <a:ln w="19050" cap="rnd">
            <a:solidFill>
              <a:srgbClr val="29235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 rot="-9036128">
            <a:off x="14126776" y="6093384"/>
            <a:ext cx="1672338" cy="3429074"/>
            <a:chOff x="0" y="0"/>
            <a:chExt cx="2229784" cy="4572099"/>
          </a:xfrm>
        </p:grpSpPr>
        <p:sp>
          <p:nvSpPr>
            <p:cNvPr id="14" name="Freeform 14"/>
            <p:cNvSpPr/>
            <p:nvPr/>
          </p:nvSpPr>
          <p:spPr>
            <a:xfrm>
              <a:off x="-91313" y="381"/>
              <a:ext cx="2173732" cy="4571746"/>
            </a:xfrm>
            <a:custGeom>
              <a:avLst/>
              <a:gdLst/>
              <a:ahLst/>
              <a:cxnLst/>
              <a:rect l="l" t="t" r="r" b="b"/>
              <a:pathLst>
                <a:path w="2173732" h="4571746">
                  <a:moveTo>
                    <a:pt x="92456" y="2182876"/>
                  </a:moveTo>
                  <a:cubicBezTo>
                    <a:pt x="92837" y="2165858"/>
                    <a:pt x="93218" y="2148840"/>
                    <a:pt x="93853" y="2131822"/>
                  </a:cubicBezTo>
                  <a:lnTo>
                    <a:pt x="144653" y="2133473"/>
                  </a:lnTo>
                  <a:cubicBezTo>
                    <a:pt x="144145" y="2150237"/>
                    <a:pt x="143637" y="2167001"/>
                    <a:pt x="143256" y="2183892"/>
                  </a:cubicBezTo>
                  <a:close/>
                  <a:moveTo>
                    <a:pt x="146558" y="2082165"/>
                  </a:moveTo>
                  <a:cubicBezTo>
                    <a:pt x="147320" y="2065147"/>
                    <a:pt x="148082" y="2048129"/>
                    <a:pt x="148971" y="2031111"/>
                  </a:cubicBezTo>
                  <a:lnTo>
                    <a:pt x="199644" y="2033905"/>
                  </a:lnTo>
                  <a:cubicBezTo>
                    <a:pt x="198755" y="2050669"/>
                    <a:pt x="197866" y="2067433"/>
                    <a:pt x="197231" y="2084324"/>
                  </a:cubicBezTo>
                  <a:close/>
                  <a:moveTo>
                    <a:pt x="202819" y="1981962"/>
                  </a:moveTo>
                  <a:cubicBezTo>
                    <a:pt x="203962" y="1964944"/>
                    <a:pt x="205105" y="1947926"/>
                    <a:pt x="206375" y="1930908"/>
                  </a:cubicBezTo>
                  <a:lnTo>
                    <a:pt x="257048" y="1934718"/>
                  </a:lnTo>
                  <a:cubicBezTo>
                    <a:pt x="255778" y="1951482"/>
                    <a:pt x="254635" y="1968373"/>
                    <a:pt x="253492" y="1985264"/>
                  </a:cubicBezTo>
                  <a:close/>
                  <a:moveTo>
                    <a:pt x="261239" y="1883537"/>
                  </a:moveTo>
                  <a:cubicBezTo>
                    <a:pt x="262763" y="1866646"/>
                    <a:pt x="264287" y="1849882"/>
                    <a:pt x="265938" y="1833245"/>
                  </a:cubicBezTo>
                  <a:lnTo>
                    <a:pt x="316484" y="1838198"/>
                  </a:lnTo>
                  <a:cubicBezTo>
                    <a:pt x="314833" y="1854708"/>
                    <a:pt x="313309" y="1871345"/>
                    <a:pt x="311912" y="1887982"/>
                  </a:cubicBezTo>
                  <a:close/>
                  <a:moveTo>
                    <a:pt x="321945" y="1786255"/>
                  </a:moveTo>
                  <a:cubicBezTo>
                    <a:pt x="323850" y="1769237"/>
                    <a:pt x="325755" y="1752219"/>
                    <a:pt x="327914" y="1735201"/>
                  </a:cubicBezTo>
                  <a:lnTo>
                    <a:pt x="378333" y="1741424"/>
                  </a:lnTo>
                  <a:cubicBezTo>
                    <a:pt x="376301" y="1758188"/>
                    <a:pt x="374269" y="1774952"/>
                    <a:pt x="372491" y="1791843"/>
                  </a:cubicBezTo>
                  <a:close/>
                  <a:moveTo>
                    <a:pt x="384937" y="1690243"/>
                  </a:moveTo>
                  <a:cubicBezTo>
                    <a:pt x="387223" y="1673479"/>
                    <a:pt x="389509" y="1656715"/>
                    <a:pt x="391922" y="1640205"/>
                  </a:cubicBezTo>
                  <a:lnTo>
                    <a:pt x="442214" y="1647571"/>
                  </a:lnTo>
                  <a:cubicBezTo>
                    <a:pt x="439801" y="1663954"/>
                    <a:pt x="437515" y="1680464"/>
                    <a:pt x="435229" y="1697101"/>
                  </a:cubicBezTo>
                  <a:close/>
                  <a:moveTo>
                    <a:pt x="450088" y="1596136"/>
                  </a:moveTo>
                  <a:cubicBezTo>
                    <a:pt x="452755" y="1579118"/>
                    <a:pt x="455549" y="1562227"/>
                    <a:pt x="458470" y="1545336"/>
                  </a:cubicBezTo>
                  <a:lnTo>
                    <a:pt x="508508" y="1553972"/>
                  </a:lnTo>
                  <a:cubicBezTo>
                    <a:pt x="505587" y="1570609"/>
                    <a:pt x="502920" y="1587373"/>
                    <a:pt x="500253" y="1604137"/>
                  </a:cubicBezTo>
                  <a:close/>
                  <a:moveTo>
                    <a:pt x="517652" y="1503045"/>
                  </a:moveTo>
                  <a:cubicBezTo>
                    <a:pt x="520700" y="1486408"/>
                    <a:pt x="523875" y="1469771"/>
                    <a:pt x="527177" y="1453388"/>
                  </a:cubicBezTo>
                  <a:lnTo>
                    <a:pt x="576961" y="1463294"/>
                  </a:lnTo>
                  <a:cubicBezTo>
                    <a:pt x="573786" y="1479550"/>
                    <a:pt x="570611" y="1495933"/>
                    <a:pt x="567563" y="1512316"/>
                  </a:cubicBezTo>
                  <a:close/>
                  <a:moveTo>
                    <a:pt x="587375" y="1412367"/>
                  </a:moveTo>
                  <a:cubicBezTo>
                    <a:pt x="590931" y="1395476"/>
                    <a:pt x="594614" y="1378585"/>
                    <a:pt x="598424" y="1361948"/>
                  </a:cubicBezTo>
                  <a:lnTo>
                    <a:pt x="647954" y="1373124"/>
                  </a:lnTo>
                  <a:cubicBezTo>
                    <a:pt x="644271" y="1389634"/>
                    <a:pt x="640588" y="1406144"/>
                    <a:pt x="637032" y="1422908"/>
                  </a:cubicBezTo>
                  <a:close/>
                  <a:moveTo>
                    <a:pt x="659638" y="1322705"/>
                  </a:moveTo>
                  <a:cubicBezTo>
                    <a:pt x="663575" y="1306195"/>
                    <a:pt x="667639" y="1289812"/>
                    <a:pt x="671830" y="1273556"/>
                  </a:cubicBezTo>
                  <a:lnTo>
                    <a:pt x="721106" y="1286129"/>
                  </a:lnTo>
                  <a:cubicBezTo>
                    <a:pt x="717042" y="1302131"/>
                    <a:pt x="712978" y="1318260"/>
                    <a:pt x="709041" y="1334516"/>
                  </a:cubicBezTo>
                  <a:close/>
                  <a:moveTo>
                    <a:pt x="734314" y="1235710"/>
                  </a:moveTo>
                  <a:cubicBezTo>
                    <a:pt x="738886" y="1218946"/>
                    <a:pt x="743458" y="1202436"/>
                    <a:pt x="748157" y="1185926"/>
                  </a:cubicBezTo>
                  <a:lnTo>
                    <a:pt x="796925" y="1199896"/>
                  </a:lnTo>
                  <a:cubicBezTo>
                    <a:pt x="792226" y="1216152"/>
                    <a:pt x="787654" y="1232408"/>
                    <a:pt x="783209" y="1248918"/>
                  </a:cubicBezTo>
                  <a:close/>
                  <a:moveTo>
                    <a:pt x="811530" y="1150112"/>
                  </a:moveTo>
                  <a:cubicBezTo>
                    <a:pt x="816483" y="1133856"/>
                    <a:pt x="821436" y="1117854"/>
                    <a:pt x="826643" y="1101979"/>
                  </a:cubicBezTo>
                  <a:lnTo>
                    <a:pt x="875030" y="1117473"/>
                  </a:lnTo>
                  <a:cubicBezTo>
                    <a:pt x="869950" y="1133094"/>
                    <a:pt x="864997" y="1148969"/>
                    <a:pt x="860171" y="1164844"/>
                  </a:cubicBezTo>
                  <a:close/>
                  <a:moveTo>
                    <a:pt x="891159" y="1068324"/>
                  </a:moveTo>
                  <a:cubicBezTo>
                    <a:pt x="896747" y="1052068"/>
                    <a:pt x="902335" y="1035939"/>
                    <a:pt x="908050" y="1019937"/>
                  </a:cubicBezTo>
                  <a:lnTo>
                    <a:pt x="955929" y="1037082"/>
                  </a:lnTo>
                  <a:cubicBezTo>
                    <a:pt x="950341" y="1052830"/>
                    <a:pt x="944753" y="1068578"/>
                    <a:pt x="939292" y="1084580"/>
                  </a:cubicBezTo>
                  <a:close/>
                  <a:moveTo>
                    <a:pt x="973836" y="988060"/>
                  </a:moveTo>
                  <a:cubicBezTo>
                    <a:pt x="979932" y="971931"/>
                    <a:pt x="986155" y="956056"/>
                    <a:pt x="992378" y="940308"/>
                  </a:cubicBezTo>
                  <a:lnTo>
                    <a:pt x="1039495" y="959231"/>
                  </a:lnTo>
                  <a:cubicBezTo>
                    <a:pt x="1033272" y="974725"/>
                    <a:pt x="1027176" y="990346"/>
                    <a:pt x="1021207" y="1006094"/>
                  </a:cubicBezTo>
                  <a:close/>
                  <a:moveTo>
                    <a:pt x="1059307" y="910844"/>
                  </a:moveTo>
                  <a:cubicBezTo>
                    <a:pt x="1066038" y="894969"/>
                    <a:pt x="1072896" y="879221"/>
                    <a:pt x="1079754" y="863727"/>
                  </a:cubicBezTo>
                  <a:lnTo>
                    <a:pt x="1126109" y="884428"/>
                  </a:lnTo>
                  <a:cubicBezTo>
                    <a:pt x="1119378" y="899541"/>
                    <a:pt x="1112647" y="915035"/>
                    <a:pt x="1106043" y="930529"/>
                  </a:cubicBezTo>
                  <a:close/>
                  <a:moveTo>
                    <a:pt x="1147953" y="836803"/>
                  </a:moveTo>
                  <a:cubicBezTo>
                    <a:pt x="1155319" y="821182"/>
                    <a:pt x="1162812" y="805815"/>
                    <a:pt x="1170432" y="790575"/>
                  </a:cubicBezTo>
                  <a:lnTo>
                    <a:pt x="1215898" y="813308"/>
                  </a:lnTo>
                  <a:cubicBezTo>
                    <a:pt x="1208532" y="828167"/>
                    <a:pt x="1201166" y="843153"/>
                    <a:pt x="1193927" y="858520"/>
                  </a:cubicBezTo>
                  <a:close/>
                  <a:moveTo>
                    <a:pt x="1239901" y="766572"/>
                  </a:moveTo>
                  <a:cubicBezTo>
                    <a:pt x="1248029" y="751332"/>
                    <a:pt x="1256284" y="736219"/>
                    <a:pt x="1264539" y="721487"/>
                  </a:cubicBezTo>
                  <a:lnTo>
                    <a:pt x="1308862" y="746379"/>
                  </a:lnTo>
                  <a:cubicBezTo>
                    <a:pt x="1300734" y="760857"/>
                    <a:pt x="1292733" y="775462"/>
                    <a:pt x="1284859" y="790448"/>
                  </a:cubicBezTo>
                  <a:close/>
                  <a:moveTo>
                    <a:pt x="1335405" y="700786"/>
                  </a:moveTo>
                  <a:cubicBezTo>
                    <a:pt x="1344295" y="685927"/>
                    <a:pt x="1353312" y="671322"/>
                    <a:pt x="1362456" y="656971"/>
                  </a:cubicBezTo>
                  <a:lnTo>
                    <a:pt x="1405255" y="684276"/>
                  </a:lnTo>
                  <a:cubicBezTo>
                    <a:pt x="1396365" y="698246"/>
                    <a:pt x="1387602" y="712343"/>
                    <a:pt x="1378966" y="726821"/>
                  </a:cubicBezTo>
                  <a:close/>
                  <a:moveTo>
                    <a:pt x="1434465" y="639953"/>
                  </a:moveTo>
                  <a:cubicBezTo>
                    <a:pt x="1444371" y="625475"/>
                    <a:pt x="1454277" y="611378"/>
                    <a:pt x="1464437" y="597535"/>
                  </a:cubicBezTo>
                  <a:lnTo>
                    <a:pt x="1505458" y="627507"/>
                  </a:lnTo>
                  <a:cubicBezTo>
                    <a:pt x="1495679" y="640842"/>
                    <a:pt x="1486027" y="654558"/>
                    <a:pt x="1476502" y="668528"/>
                  </a:cubicBezTo>
                  <a:close/>
                  <a:moveTo>
                    <a:pt x="1537589" y="585089"/>
                  </a:moveTo>
                  <a:cubicBezTo>
                    <a:pt x="1548384" y="571373"/>
                    <a:pt x="1559433" y="557911"/>
                    <a:pt x="1570482" y="544830"/>
                  </a:cubicBezTo>
                  <a:lnTo>
                    <a:pt x="1609090" y="577723"/>
                  </a:lnTo>
                  <a:cubicBezTo>
                    <a:pt x="1598422" y="590296"/>
                    <a:pt x="1587881" y="603123"/>
                    <a:pt x="1577340" y="616458"/>
                  </a:cubicBezTo>
                  <a:close/>
                  <a:moveTo>
                    <a:pt x="1644777" y="537464"/>
                  </a:moveTo>
                  <a:cubicBezTo>
                    <a:pt x="1656715" y="524637"/>
                    <a:pt x="1668653" y="512191"/>
                    <a:pt x="1680845" y="500253"/>
                  </a:cubicBezTo>
                  <a:lnTo>
                    <a:pt x="1716532" y="536448"/>
                  </a:lnTo>
                  <a:cubicBezTo>
                    <a:pt x="1704975" y="547878"/>
                    <a:pt x="1693418" y="559689"/>
                    <a:pt x="1682115" y="572008"/>
                  </a:cubicBezTo>
                  <a:close/>
                  <a:moveTo>
                    <a:pt x="1756156" y="499237"/>
                  </a:moveTo>
                  <a:cubicBezTo>
                    <a:pt x="1769364" y="487553"/>
                    <a:pt x="1782699" y="476250"/>
                    <a:pt x="1796161" y="465455"/>
                  </a:cubicBezTo>
                  <a:lnTo>
                    <a:pt x="1827784" y="505206"/>
                  </a:lnTo>
                  <a:cubicBezTo>
                    <a:pt x="1815084" y="515366"/>
                    <a:pt x="1802384" y="526034"/>
                    <a:pt x="1789938" y="537083"/>
                  </a:cubicBezTo>
                  <a:close/>
                  <a:moveTo>
                    <a:pt x="1871853" y="471932"/>
                  </a:moveTo>
                  <a:cubicBezTo>
                    <a:pt x="1886331" y="461772"/>
                    <a:pt x="1900936" y="452120"/>
                    <a:pt x="1915668" y="443230"/>
                  </a:cubicBezTo>
                  <a:lnTo>
                    <a:pt x="1942084" y="486664"/>
                  </a:lnTo>
                  <a:cubicBezTo>
                    <a:pt x="1928368" y="495046"/>
                    <a:pt x="1914652" y="504063"/>
                    <a:pt x="1901063" y="513588"/>
                  </a:cubicBezTo>
                  <a:close/>
                  <a:moveTo>
                    <a:pt x="1990725" y="459105"/>
                  </a:moveTo>
                  <a:cubicBezTo>
                    <a:pt x="2006473" y="450977"/>
                    <a:pt x="2022348" y="443611"/>
                    <a:pt x="2038477" y="436753"/>
                  </a:cubicBezTo>
                  <a:lnTo>
                    <a:pt x="2058162" y="483616"/>
                  </a:lnTo>
                  <a:cubicBezTo>
                    <a:pt x="2043303" y="489839"/>
                    <a:pt x="2028571" y="496697"/>
                    <a:pt x="2013966" y="504190"/>
                  </a:cubicBezTo>
                  <a:close/>
                  <a:moveTo>
                    <a:pt x="2111248" y="463423"/>
                  </a:moveTo>
                  <a:cubicBezTo>
                    <a:pt x="2128139" y="457962"/>
                    <a:pt x="2145157" y="453263"/>
                    <a:pt x="2162429" y="449326"/>
                  </a:cubicBezTo>
                  <a:lnTo>
                    <a:pt x="2173732" y="498856"/>
                  </a:lnTo>
                  <a:cubicBezTo>
                    <a:pt x="2158111" y="502412"/>
                    <a:pt x="2142490" y="506730"/>
                    <a:pt x="2126996" y="511810"/>
                  </a:cubicBezTo>
                  <a:close/>
                  <a:moveTo>
                    <a:pt x="1132078" y="4572"/>
                  </a:moveTo>
                  <a:cubicBezTo>
                    <a:pt x="1149604" y="2159"/>
                    <a:pt x="1167257" y="635"/>
                    <a:pt x="1185037" y="0"/>
                  </a:cubicBezTo>
                  <a:lnTo>
                    <a:pt x="1186942" y="50800"/>
                  </a:lnTo>
                  <a:cubicBezTo>
                    <a:pt x="1170813" y="51435"/>
                    <a:pt x="1154811" y="52832"/>
                    <a:pt x="1138809" y="54864"/>
                  </a:cubicBezTo>
                  <a:close/>
                  <a:moveTo>
                    <a:pt x="1238250" y="508"/>
                  </a:moveTo>
                  <a:cubicBezTo>
                    <a:pt x="1256030" y="1524"/>
                    <a:pt x="1273556" y="3429"/>
                    <a:pt x="1291082" y="6096"/>
                  </a:cubicBezTo>
                  <a:lnTo>
                    <a:pt x="1283462" y="56261"/>
                  </a:lnTo>
                  <a:cubicBezTo>
                    <a:pt x="1267587" y="53848"/>
                    <a:pt x="1251458" y="52197"/>
                    <a:pt x="1235456" y="51181"/>
                  </a:cubicBezTo>
                  <a:close/>
                  <a:moveTo>
                    <a:pt x="1340358" y="67183"/>
                  </a:moveTo>
                  <a:cubicBezTo>
                    <a:pt x="1357376" y="71374"/>
                    <a:pt x="1374394" y="76454"/>
                    <a:pt x="1391158" y="82169"/>
                  </a:cubicBezTo>
                  <a:lnTo>
                    <a:pt x="1374648" y="130175"/>
                  </a:lnTo>
                  <a:cubicBezTo>
                    <a:pt x="1359281" y="124841"/>
                    <a:pt x="1343660" y="120269"/>
                    <a:pt x="1328166" y="116459"/>
                  </a:cubicBezTo>
                  <a:close/>
                  <a:moveTo>
                    <a:pt x="1428242" y="150749"/>
                  </a:moveTo>
                  <a:cubicBezTo>
                    <a:pt x="1444244" y="157734"/>
                    <a:pt x="1459992" y="165481"/>
                    <a:pt x="1475740" y="173863"/>
                  </a:cubicBezTo>
                  <a:lnTo>
                    <a:pt x="1466723" y="118745"/>
                  </a:lnTo>
                  <a:cubicBezTo>
                    <a:pt x="1452118" y="110998"/>
                    <a:pt x="1437513" y="103886"/>
                    <a:pt x="1422781" y="97282"/>
                  </a:cubicBezTo>
                  <a:close/>
                  <a:moveTo>
                    <a:pt x="1515618" y="146812"/>
                  </a:moveTo>
                  <a:cubicBezTo>
                    <a:pt x="1530223" y="155956"/>
                    <a:pt x="1544701" y="165735"/>
                    <a:pt x="1558925" y="176149"/>
                  </a:cubicBezTo>
                  <a:lnTo>
                    <a:pt x="1529207" y="217297"/>
                  </a:lnTo>
                  <a:cubicBezTo>
                    <a:pt x="1515745" y="207518"/>
                    <a:pt x="1502156" y="198374"/>
                    <a:pt x="1488567" y="189865"/>
                  </a:cubicBezTo>
                  <a:close/>
                  <a:moveTo>
                    <a:pt x="1573276" y="250952"/>
                  </a:moveTo>
                  <a:cubicBezTo>
                    <a:pt x="1586611" y="261874"/>
                    <a:pt x="1599819" y="273177"/>
                    <a:pt x="1612773" y="284988"/>
                  </a:cubicBezTo>
                  <a:lnTo>
                    <a:pt x="1578610" y="322580"/>
                  </a:lnTo>
                  <a:cubicBezTo>
                    <a:pt x="1566291" y="311277"/>
                    <a:pt x="1553718" y="300482"/>
                    <a:pt x="1541145" y="290322"/>
                  </a:cubicBezTo>
                  <a:close/>
                  <a:moveTo>
                    <a:pt x="1618361" y="360553"/>
                  </a:moveTo>
                  <a:cubicBezTo>
                    <a:pt x="1630426" y="372618"/>
                    <a:pt x="1642237" y="385191"/>
                    <a:pt x="1654048" y="398018"/>
                  </a:cubicBezTo>
                  <a:lnTo>
                    <a:pt x="1616456" y="432181"/>
                  </a:lnTo>
                  <a:cubicBezTo>
                    <a:pt x="1605153" y="419862"/>
                    <a:pt x="1593850" y="407924"/>
                    <a:pt x="1582293" y="396367"/>
                  </a:cubicBezTo>
                  <a:close/>
                  <a:moveTo>
                    <a:pt x="1652016" y="472821"/>
                  </a:moveTo>
                  <a:cubicBezTo>
                    <a:pt x="1662938" y="485902"/>
                    <a:pt x="1673860" y="499364"/>
                    <a:pt x="1684528" y="513207"/>
                  </a:cubicBezTo>
                  <a:lnTo>
                    <a:pt x="1644396" y="544322"/>
                  </a:lnTo>
                  <a:cubicBezTo>
                    <a:pt x="1634109" y="530987"/>
                    <a:pt x="1623568" y="518033"/>
                    <a:pt x="1613027" y="505460"/>
                  </a:cubicBezTo>
                  <a:close/>
                  <a:moveTo>
                    <a:pt x="1676527" y="587248"/>
                  </a:moveTo>
                  <a:cubicBezTo>
                    <a:pt x="1686560" y="601091"/>
                    <a:pt x="1696339" y="615188"/>
                    <a:pt x="1706118" y="629666"/>
                  </a:cubicBezTo>
                  <a:lnTo>
                    <a:pt x="1663954" y="657987"/>
                  </a:lnTo>
                  <a:cubicBezTo>
                    <a:pt x="1654556" y="644017"/>
                    <a:pt x="1645031" y="630301"/>
                    <a:pt x="1635379" y="616839"/>
                  </a:cubicBezTo>
                  <a:close/>
                  <a:moveTo>
                    <a:pt x="1693037" y="702564"/>
                  </a:moveTo>
                  <a:cubicBezTo>
                    <a:pt x="1702054" y="716915"/>
                    <a:pt x="1711071" y="731647"/>
                    <a:pt x="1719834" y="746506"/>
                  </a:cubicBezTo>
                  <a:lnTo>
                    <a:pt x="1676146" y="772414"/>
                  </a:lnTo>
                  <a:cubicBezTo>
                    <a:pt x="1667510" y="757936"/>
                    <a:pt x="1658874" y="743585"/>
                    <a:pt x="1650111" y="729615"/>
                  </a:cubicBezTo>
                  <a:close/>
                  <a:moveTo>
                    <a:pt x="1702562" y="818261"/>
                  </a:moveTo>
                  <a:cubicBezTo>
                    <a:pt x="1710817" y="833120"/>
                    <a:pt x="1718945" y="848233"/>
                    <a:pt x="1726946" y="863473"/>
                  </a:cubicBezTo>
                  <a:lnTo>
                    <a:pt x="1681988" y="887095"/>
                  </a:lnTo>
                  <a:cubicBezTo>
                    <a:pt x="1674114" y="872109"/>
                    <a:pt x="1666240" y="857377"/>
                    <a:pt x="1658112" y="842899"/>
                  </a:cubicBezTo>
                  <a:close/>
                  <a:moveTo>
                    <a:pt x="1705864" y="933958"/>
                  </a:moveTo>
                  <a:cubicBezTo>
                    <a:pt x="1713357" y="949198"/>
                    <a:pt x="1720850" y="964565"/>
                    <a:pt x="1728089" y="980313"/>
                  </a:cubicBezTo>
                  <a:lnTo>
                    <a:pt x="1682115" y="1001776"/>
                  </a:lnTo>
                  <a:cubicBezTo>
                    <a:pt x="1675003" y="986409"/>
                    <a:pt x="1667764" y="971423"/>
                    <a:pt x="1660398" y="956437"/>
                  </a:cubicBezTo>
                  <a:close/>
                  <a:moveTo>
                    <a:pt x="1703832" y="1049528"/>
                  </a:moveTo>
                  <a:cubicBezTo>
                    <a:pt x="1710690" y="1065022"/>
                    <a:pt x="1717421" y="1080770"/>
                    <a:pt x="1724025" y="1096645"/>
                  </a:cubicBezTo>
                  <a:lnTo>
                    <a:pt x="1677162" y="1116203"/>
                  </a:lnTo>
                  <a:cubicBezTo>
                    <a:pt x="1670685" y="1100582"/>
                    <a:pt x="1664081" y="1085215"/>
                    <a:pt x="1657350" y="1069975"/>
                  </a:cubicBezTo>
                  <a:close/>
                  <a:moveTo>
                    <a:pt x="1696974" y="1164590"/>
                  </a:moveTo>
                  <a:cubicBezTo>
                    <a:pt x="1703197" y="1180338"/>
                    <a:pt x="1709293" y="1196340"/>
                    <a:pt x="1715389" y="1212469"/>
                  </a:cubicBezTo>
                  <a:lnTo>
                    <a:pt x="1667764" y="1230249"/>
                  </a:lnTo>
                  <a:cubicBezTo>
                    <a:pt x="1661795" y="1214374"/>
                    <a:pt x="1655826" y="1198753"/>
                    <a:pt x="1649730" y="1183259"/>
                  </a:cubicBezTo>
                  <a:close/>
                  <a:moveTo>
                    <a:pt x="1685671" y="1279271"/>
                  </a:moveTo>
                  <a:cubicBezTo>
                    <a:pt x="1691386" y="1295273"/>
                    <a:pt x="1696847" y="1311402"/>
                    <a:pt x="1702435" y="1327658"/>
                  </a:cubicBezTo>
                  <a:lnTo>
                    <a:pt x="1654302" y="1343787"/>
                  </a:lnTo>
                  <a:cubicBezTo>
                    <a:pt x="1648968" y="1327785"/>
                    <a:pt x="1643507" y="1311910"/>
                    <a:pt x="1637919" y="1296162"/>
                  </a:cubicBezTo>
                  <a:close/>
                  <a:moveTo>
                    <a:pt x="1670431" y="1392809"/>
                  </a:moveTo>
                  <a:cubicBezTo>
                    <a:pt x="1675511" y="1408811"/>
                    <a:pt x="1680464" y="1424940"/>
                    <a:pt x="1685417" y="1441196"/>
                  </a:cubicBezTo>
                  <a:lnTo>
                    <a:pt x="1636776" y="1455801"/>
                  </a:lnTo>
                  <a:cubicBezTo>
                    <a:pt x="1631950" y="1439799"/>
                    <a:pt x="1627124" y="1423924"/>
                    <a:pt x="1622044" y="1408176"/>
                  </a:cubicBezTo>
                  <a:close/>
                  <a:moveTo>
                    <a:pt x="1651381" y="1505712"/>
                  </a:moveTo>
                  <a:cubicBezTo>
                    <a:pt x="1656080" y="1522222"/>
                    <a:pt x="1660652" y="1538859"/>
                    <a:pt x="1665097" y="1555623"/>
                  </a:cubicBezTo>
                  <a:lnTo>
                    <a:pt x="1616075" y="1568704"/>
                  </a:lnTo>
                  <a:cubicBezTo>
                    <a:pt x="1611630" y="1552194"/>
                    <a:pt x="1607185" y="1535811"/>
                    <a:pt x="1602486" y="1519428"/>
                  </a:cubicBezTo>
                  <a:close/>
                  <a:moveTo>
                    <a:pt x="1629029" y="1618742"/>
                  </a:moveTo>
                  <a:cubicBezTo>
                    <a:pt x="1633093" y="1634998"/>
                    <a:pt x="1637157" y="1651508"/>
                    <a:pt x="1641094" y="1668018"/>
                  </a:cubicBezTo>
                  <a:lnTo>
                    <a:pt x="1591691" y="1679702"/>
                  </a:lnTo>
                  <a:cubicBezTo>
                    <a:pt x="1587881" y="1663446"/>
                    <a:pt x="1583817" y="1647190"/>
                    <a:pt x="1579753" y="1631188"/>
                  </a:cubicBezTo>
                  <a:close/>
                  <a:moveTo>
                    <a:pt x="1603248" y="1730375"/>
                  </a:moveTo>
                  <a:cubicBezTo>
                    <a:pt x="1606931" y="1747139"/>
                    <a:pt x="1610614" y="1764030"/>
                    <a:pt x="1614170" y="1780921"/>
                  </a:cubicBezTo>
                  <a:lnTo>
                    <a:pt x="1564386" y="1791335"/>
                  </a:lnTo>
                  <a:cubicBezTo>
                    <a:pt x="1560830" y="1774571"/>
                    <a:pt x="1557274" y="1757934"/>
                    <a:pt x="1553591" y="1741424"/>
                  </a:cubicBezTo>
                  <a:close/>
                  <a:moveTo>
                    <a:pt x="1574546" y="1842008"/>
                  </a:moveTo>
                  <a:cubicBezTo>
                    <a:pt x="1577721" y="1858518"/>
                    <a:pt x="1580896" y="1875155"/>
                    <a:pt x="1583944" y="1891792"/>
                  </a:cubicBezTo>
                  <a:lnTo>
                    <a:pt x="1533906" y="1900936"/>
                  </a:lnTo>
                  <a:cubicBezTo>
                    <a:pt x="1530858" y="1884426"/>
                    <a:pt x="1527810" y="1868043"/>
                    <a:pt x="1524635" y="1851787"/>
                  </a:cubicBezTo>
                  <a:close/>
                  <a:moveTo>
                    <a:pt x="1542923" y="1951990"/>
                  </a:moveTo>
                  <a:cubicBezTo>
                    <a:pt x="1545717" y="1968881"/>
                    <a:pt x="1548511" y="1985899"/>
                    <a:pt x="1551178" y="2002917"/>
                  </a:cubicBezTo>
                  <a:lnTo>
                    <a:pt x="1501013" y="2010791"/>
                  </a:lnTo>
                  <a:cubicBezTo>
                    <a:pt x="1498346" y="1993900"/>
                    <a:pt x="1495679" y="1977136"/>
                    <a:pt x="1492885" y="1960499"/>
                  </a:cubicBezTo>
                  <a:close/>
                  <a:moveTo>
                    <a:pt x="1508760" y="2061972"/>
                  </a:moveTo>
                  <a:cubicBezTo>
                    <a:pt x="1511173" y="2078609"/>
                    <a:pt x="1513459" y="2095373"/>
                    <a:pt x="1515745" y="2112137"/>
                  </a:cubicBezTo>
                  <a:lnTo>
                    <a:pt x="1465326" y="2118741"/>
                  </a:lnTo>
                  <a:cubicBezTo>
                    <a:pt x="1463167" y="2102104"/>
                    <a:pt x="1460881" y="2085594"/>
                    <a:pt x="1458468" y="2069211"/>
                  </a:cubicBezTo>
                  <a:close/>
                  <a:moveTo>
                    <a:pt x="1471803" y="2170049"/>
                  </a:moveTo>
                  <a:cubicBezTo>
                    <a:pt x="1473835" y="2187067"/>
                    <a:pt x="1475740" y="2204085"/>
                    <a:pt x="1477645" y="2221103"/>
                  </a:cubicBezTo>
                  <a:lnTo>
                    <a:pt x="1427099" y="2226564"/>
                  </a:lnTo>
                  <a:cubicBezTo>
                    <a:pt x="1425321" y="2209673"/>
                    <a:pt x="1423289" y="2192782"/>
                    <a:pt x="1421384" y="2176018"/>
                  </a:cubicBezTo>
                  <a:close/>
                  <a:moveTo>
                    <a:pt x="1432433" y="2278380"/>
                  </a:moveTo>
                  <a:cubicBezTo>
                    <a:pt x="1434084" y="2295144"/>
                    <a:pt x="1435608" y="2311908"/>
                    <a:pt x="1437005" y="2328799"/>
                  </a:cubicBezTo>
                  <a:lnTo>
                    <a:pt x="1386332" y="2333117"/>
                  </a:lnTo>
                  <a:cubicBezTo>
                    <a:pt x="1384935" y="2316480"/>
                    <a:pt x="1383411" y="2299843"/>
                    <a:pt x="1381760" y="2283333"/>
                  </a:cubicBezTo>
                  <a:close/>
                  <a:moveTo>
                    <a:pt x="1390396" y="2384425"/>
                  </a:moveTo>
                  <a:cubicBezTo>
                    <a:pt x="1391666" y="2401443"/>
                    <a:pt x="1392809" y="2418461"/>
                    <a:pt x="1393952" y="2435606"/>
                  </a:cubicBezTo>
                  <a:lnTo>
                    <a:pt x="1343279" y="2438781"/>
                  </a:lnTo>
                  <a:cubicBezTo>
                    <a:pt x="1342263" y="2421890"/>
                    <a:pt x="1341120" y="2404999"/>
                    <a:pt x="1339850" y="2388235"/>
                  </a:cubicBezTo>
                  <a:close/>
                  <a:moveTo>
                    <a:pt x="1346327" y="2490851"/>
                  </a:moveTo>
                  <a:cubicBezTo>
                    <a:pt x="1347216" y="2507742"/>
                    <a:pt x="1347978" y="2524633"/>
                    <a:pt x="1348613" y="2541651"/>
                  </a:cubicBezTo>
                  <a:lnTo>
                    <a:pt x="1297813" y="2543683"/>
                  </a:lnTo>
                  <a:cubicBezTo>
                    <a:pt x="1297178" y="2526919"/>
                    <a:pt x="1296416" y="2510155"/>
                    <a:pt x="1295527" y="2493518"/>
                  </a:cubicBezTo>
                  <a:close/>
                  <a:moveTo>
                    <a:pt x="1299718" y="2594991"/>
                  </a:moveTo>
                  <a:cubicBezTo>
                    <a:pt x="1300226" y="2612009"/>
                    <a:pt x="1300607" y="2629027"/>
                    <a:pt x="1300988" y="2646045"/>
                  </a:cubicBezTo>
                  <a:lnTo>
                    <a:pt x="1250188" y="2647061"/>
                  </a:lnTo>
                  <a:cubicBezTo>
                    <a:pt x="1249807" y="2630170"/>
                    <a:pt x="1249426" y="2613279"/>
                    <a:pt x="1248918" y="2596515"/>
                  </a:cubicBezTo>
                  <a:close/>
                  <a:moveTo>
                    <a:pt x="1250950" y="2698877"/>
                  </a:moveTo>
                  <a:cubicBezTo>
                    <a:pt x="1251077" y="2712466"/>
                    <a:pt x="1251077" y="2726182"/>
                    <a:pt x="1251077" y="2739898"/>
                  </a:cubicBezTo>
                  <a:lnTo>
                    <a:pt x="1225677" y="2739898"/>
                  </a:lnTo>
                  <a:lnTo>
                    <a:pt x="1251077" y="2739898"/>
                  </a:lnTo>
                  <a:cubicBezTo>
                    <a:pt x="1251077" y="2743454"/>
                    <a:pt x="1251077" y="2746883"/>
                    <a:pt x="1251077" y="2750439"/>
                  </a:cubicBezTo>
                  <a:lnTo>
                    <a:pt x="1200277" y="2750312"/>
                  </a:lnTo>
                  <a:cubicBezTo>
                    <a:pt x="1200277" y="2746883"/>
                    <a:pt x="1200277" y="2743327"/>
                    <a:pt x="1200277" y="2739898"/>
                  </a:cubicBezTo>
                  <a:cubicBezTo>
                    <a:pt x="1200277" y="2726309"/>
                    <a:pt x="1200277" y="2712847"/>
                    <a:pt x="1200150" y="2699258"/>
                  </a:cubicBezTo>
                  <a:close/>
                  <a:moveTo>
                    <a:pt x="1199896" y="2802382"/>
                  </a:moveTo>
                  <a:cubicBezTo>
                    <a:pt x="1199642" y="2819527"/>
                    <a:pt x="1199388" y="2836545"/>
                    <a:pt x="1199007" y="2853563"/>
                  </a:cubicBezTo>
                  <a:lnTo>
                    <a:pt x="1148207" y="2852420"/>
                  </a:lnTo>
                  <a:cubicBezTo>
                    <a:pt x="1148588" y="2835529"/>
                    <a:pt x="1148969" y="2818638"/>
                    <a:pt x="1149096" y="2801747"/>
                  </a:cubicBezTo>
                  <a:close/>
                  <a:moveTo>
                    <a:pt x="1146683" y="2903855"/>
                  </a:moveTo>
                  <a:cubicBezTo>
                    <a:pt x="1146048" y="2920746"/>
                    <a:pt x="1145413" y="2937637"/>
                    <a:pt x="1144651" y="2954528"/>
                  </a:cubicBezTo>
                  <a:lnTo>
                    <a:pt x="1093851" y="2952242"/>
                  </a:lnTo>
                  <a:cubicBezTo>
                    <a:pt x="1094613" y="2935605"/>
                    <a:pt x="1095248" y="2918968"/>
                    <a:pt x="1095883" y="2902204"/>
                  </a:cubicBezTo>
                  <a:close/>
                  <a:moveTo>
                    <a:pt x="1091311" y="3004058"/>
                  </a:moveTo>
                  <a:cubicBezTo>
                    <a:pt x="1090295" y="3021203"/>
                    <a:pt x="1089279" y="3038348"/>
                    <a:pt x="1088136" y="3055366"/>
                  </a:cubicBezTo>
                  <a:lnTo>
                    <a:pt x="1037463" y="3051937"/>
                  </a:lnTo>
                  <a:cubicBezTo>
                    <a:pt x="1038606" y="3035046"/>
                    <a:pt x="1039622" y="3018155"/>
                    <a:pt x="1040638" y="3001137"/>
                  </a:cubicBezTo>
                  <a:close/>
                  <a:moveTo>
                    <a:pt x="1033780" y="3103499"/>
                  </a:moveTo>
                  <a:cubicBezTo>
                    <a:pt x="1032510" y="3120390"/>
                    <a:pt x="1030986" y="3137281"/>
                    <a:pt x="1029462" y="3154045"/>
                  </a:cubicBezTo>
                  <a:lnTo>
                    <a:pt x="978916" y="3149473"/>
                  </a:lnTo>
                  <a:cubicBezTo>
                    <a:pt x="980440" y="3132836"/>
                    <a:pt x="981837" y="3116199"/>
                    <a:pt x="983107" y="3099435"/>
                  </a:cubicBezTo>
                  <a:close/>
                  <a:moveTo>
                    <a:pt x="973963" y="3200654"/>
                  </a:moveTo>
                  <a:cubicBezTo>
                    <a:pt x="972185" y="3217799"/>
                    <a:pt x="970407" y="3234944"/>
                    <a:pt x="968502" y="3251962"/>
                  </a:cubicBezTo>
                  <a:lnTo>
                    <a:pt x="918083" y="3246247"/>
                  </a:lnTo>
                  <a:cubicBezTo>
                    <a:pt x="919988" y="3229356"/>
                    <a:pt x="921766" y="3212465"/>
                    <a:pt x="923544" y="3195447"/>
                  </a:cubicBezTo>
                  <a:close/>
                  <a:moveTo>
                    <a:pt x="911987" y="3297682"/>
                  </a:moveTo>
                  <a:cubicBezTo>
                    <a:pt x="909828" y="3314573"/>
                    <a:pt x="907669" y="3331337"/>
                    <a:pt x="905383" y="3348101"/>
                  </a:cubicBezTo>
                  <a:lnTo>
                    <a:pt x="855091" y="3341243"/>
                  </a:lnTo>
                  <a:cubicBezTo>
                    <a:pt x="857377" y="3324733"/>
                    <a:pt x="859536" y="3308096"/>
                    <a:pt x="861568" y="3291332"/>
                  </a:cubicBezTo>
                  <a:close/>
                  <a:moveTo>
                    <a:pt x="847852" y="3391789"/>
                  </a:moveTo>
                  <a:cubicBezTo>
                    <a:pt x="845312" y="3408934"/>
                    <a:pt x="842645" y="3425952"/>
                    <a:pt x="839978" y="3442843"/>
                  </a:cubicBezTo>
                  <a:lnTo>
                    <a:pt x="789813" y="3434715"/>
                  </a:lnTo>
                  <a:cubicBezTo>
                    <a:pt x="792480" y="3417951"/>
                    <a:pt x="795147" y="3401187"/>
                    <a:pt x="797687" y="3384296"/>
                  </a:cubicBezTo>
                  <a:close/>
                  <a:moveTo>
                    <a:pt x="781177" y="3486150"/>
                  </a:moveTo>
                  <a:cubicBezTo>
                    <a:pt x="778256" y="3502914"/>
                    <a:pt x="775208" y="3519678"/>
                    <a:pt x="772160" y="3536315"/>
                  </a:cubicBezTo>
                  <a:lnTo>
                    <a:pt x="722249" y="3526917"/>
                  </a:lnTo>
                  <a:cubicBezTo>
                    <a:pt x="725297" y="3510534"/>
                    <a:pt x="728345" y="3494024"/>
                    <a:pt x="731266" y="3477387"/>
                  </a:cubicBezTo>
                  <a:close/>
                  <a:moveTo>
                    <a:pt x="712597" y="3577082"/>
                  </a:moveTo>
                  <a:cubicBezTo>
                    <a:pt x="709168" y="3593973"/>
                    <a:pt x="705739" y="3610864"/>
                    <a:pt x="702056" y="3627628"/>
                  </a:cubicBezTo>
                  <a:lnTo>
                    <a:pt x="652399" y="3616960"/>
                  </a:lnTo>
                  <a:cubicBezTo>
                    <a:pt x="655955" y="3600450"/>
                    <a:pt x="659384" y="3583813"/>
                    <a:pt x="662813" y="3567176"/>
                  </a:cubicBezTo>
                  <a:close/>
                  <a:moveTo>
                    <a:pt x="641223" y="3668014"/>
                  </a:moveTo>
                  <a:cubicBezTo>
                    <a:pt x="637413" y="3684651"/>
                    <a:pt x="633476" y="3701161"/>
                    <a:pt x="629539" y="3717671"/>
                  </a:cubicBezTo>
                  <a:lnTo>
                    <a:pt x="580136" y="3705606"/>
                  </a:lnTo>
                  <a:cubicBezTo>
                    <a:pt x="584073" y="3689350"/>
                    <a:pt x="587883" y="3673094"/>
                    <a:pt x="591693" y="3656584"/>
                  </a:cubicBezTo>
                  <a:close/>
                  <a:moveTo>
                    <a:pt x="567690" y="3755136"/>
                  </a:moveTo>
                  <a:cubicBezTo>
                    <a:pt x="563372" y="3771900"/>
                    <a:pt x="558927" y="3788537"/>
                    <a:pt x="554355" y="3805047"/>
                  </a:cubicBezTo>
                  <a:lnTo>
                    <a:pt x="505333" y="3791585"/>
                  </a:lnTo>
                  <a:cubicBezTo>
                    <a:pt x="509778" y="3775329"/>
                    <a:pt x="514223" y="3758946"/>
                    <a:pt x="518414" y="3742436"/>
                  </a:cubicBezTo>
                  <a:close/>
                  <a:moveTo>
                    <a:pt x="491109" y="3842004"/>
                  </a:moveTo>
                  <a:cubicBezTo>
                    <a:pt x="486283" y="3858387"/>
                    <a:pt x="481457" y="3874643"/>
                    <a:pt x="476504" y="3890899"/>
                  </a:cubicBezTo>
                  <a:lnTo>
                    <a:pt x="427990" y="3875913"/>
                  </a:lnTo>
                  <a:cubicBezTo>
                    <a:pt x="432816" y="3860038"/>
                    <a:pt x="437642" y="3844036"/>
                    <a:pt x="442341" y="3827780"/>
                  </a:cubicBezTo>
                  <a:close/>
                  <a:moveTo>
                    <a:pt x="412623" y="3924681"/>
                  </a:moveTo>
                  <a:cubicBezTo>
                    <a:pt x="407289" y="3941064"/>
                    <a:pt x="401955" y="3957193"/>
                    <a:pt x="396367" y="3973195"/>
                  </a:cubicBezTo>
                  <a:lnTo>
                    <a:pt x="348361" y="3956685"/>
                  </a:lnTo>
                  <a:cubicBezTo>
                    <a:pt x="353822" y="3940937"/>
                    <a:pt x="359029" y="3925062"/>
                    <a:pt x="364363" y="3908933"/>
                  </a:cubicBezTo>
                  <a:close/>
                  <a:moveTo>
                    <a:pt x="331089" y="4005834"/>
                  </a:moveTo>
                  <a:cubicBezTo>
                    <a:pt x="325247" y="4021963"/>
                    <a:pt x="319278" y="4037965"/>
                    <a:pt x="313182" y="4053840"/>
                  </a:cubicBezTo>
                  <a:lnTo>
                    <a:pt x="265684" y="4035679"/>
                  </a:lnTo>
                  <a:cubicBezTo>
                    <a:pt x="271653" y="4020185"/>
                    <a:pt x="277495" y="4004437"/>
                    <a:pt x="283210" y="3988562"/>
                  </a:cubicBezTo>
                  <a:close/>
                  <a:moveTo>
                    <a:pt x="246507" y="4084320"/>
                  </a:moveTo>
                  <a:cubicBezTo>
                    <a:pt x="240030" y="4100322"/>
                    <a:pt x="233426" y="4116070"/>
                    <a:pt x="226822" y="4131691"/>
                  </a:cubicBezTo>
                  <a:lnTo>
                    <a:pt x="180086" y="4111752"/>
                  </a:lnTo>
                  <a:cubicBezTo>
                    <a:pt x="186563" y="4096512"/>
                    <a:pt x="193040" y="4081018"/>
                    <a:pt x="199390" y="4065270"/>
                  </a:cubicBezTo>
                  <a:close/>
                  <a:moveTo>
                    <a:pt x="159004" y="4159631"/>
                  </a:moveTo>
                  <a:cubicBezTo>
                    <a:pt x="151892" y="4175379"/>
                    <a:pt x="144653" y="4190873"/>
                    <a:pt x="137414" y="4206240"/>
                  </a:cubicBezTo>
                  <a:lnTo>
                    <a:pt x="91567" y="4184269"/>
                  </a:lnTo>
                  <a:cubicBezTo>
                    <a:pt x="98679" y="4169283"/>
                    <a:pt x="105791" y="4154043"/>
                    <a:pt x="112776" y="4138676"/>
                  </a:cubicBezTo>
                  <a:close/>
                  <a:moveTo>
                    <a:pt x="68453" y="4231386"/>
                  </a:moveTo>
                  <a:cubicBezTo>
                    <a:pt x="60579" y="4246753"/>
                    <a:pt x="52705" y="4261993"/>
                    <a:pt x="44704" y="4276979"/>
                  </a:cubicBezTo>
                  <a:lnTo>
                    <a:pt x="0" y="4252976"/>
                  </a:lnTo>
                  <a:cubicBezTo>
                    <a:pt x="7874" y="4238371"/>
                    <a:pt x="15621" y="4223512"/>
                    <a:pt x="23241" y="4208526"/>
                  </a:cubicBezTo>
                  <a:close/>
                  <a:moveTo>
                    <a:pt x="1931162" y="4025519"/>
                  </a:moveTo>
                  <a:cubicBezTo>
                    <a:pt x="1922526" y="4040632"/>
                    <a:pt x="1913890" y="4055364"/>
                    <a:pt x="1905000" y="4069969"/>
                  </a:cubicBezTo>
                  <a:lnTo>
                    <a:pt x="1861566" y="4043680"/>
                  </a:lnTo>
                  <a:cubicBezTo>
                    <a:pt x="1870075" y="4029583"/>
                    <a:pt x="1878584" y="4015105"/>
                    <a:pt x="1886966" y="4000500"/>
                  </a:cubicBezTo>
                  <a:close/>
                  <a:moveTo>
                    <a:pt x="1833499" y="4088511"/>
                  </a:moveTo>
                  <a:cubicBezTo>
                    <a:pt x="1824101" y="4103116"/>
                    <a:pt x="1814449" y="4117340"/>
                    <a:pt x="1804797" y="4131437"/>
                  </a:cubicBezTo>
                  <a:lnTo>
                    <a:pt x="1763014" y="4102481"/>
                  </a:lnTo>
                  <a:cubicBezTo>
                    <a:pt x="1772412" y="4088892"/>
                    <a:pt x="1781683" y="4075049"/>
                    <a:pt x="1790827" y="4060952"/>
                  </a:cubicBezTo>
                  <a:close/>
                  <a:moveTo>
                    <a:pt x="1731899" y="4146042"/>
                  </a:moveTo>
                  <a:cubicBezTo>
                    <a:pt x="1721485" y="4160012"/>
                    <a:pt x="1711071" y="4173601"/>
                    <a:pt x="1700403" y="4186809"/>
                  </a:cubicBezTo>
                  <a:lnTo>
                    <a:pt x="1660779" y="4155059"/>
                  </a:lnTo>
                  <a:cubicBezTo>
                    <a:pt x="1670939" y="4142232"/>
                    <a:pt x="1681099" y="4129151"/>
                    <a:pt x="1691132" y="4115689"/>
                  </a:cubicBezTo>
                  <a:close/>
                  <a:moveTo>
                    <a:pt x="1626489" y="4196334"/>
                  </a:moveTo>
                  <a:cubicBezTo>
                    <a:pt x="1615059" y="4209542"/>
                    <a:pt x="1603375" y="4222496"/>
                    <a:pt x="1591691" y="4234942"/>
                  </a:cubicBezTo>
                  <a:lnTo>
                    <a:pt x="1554734" y="4200017"/>
                  </a:lnTo>
                  <a:cubicBezTo>
                    <a:pt x="1566037" y="4188079"/>
                    <a:pt x="1577086" y="4175760"/>
                    <a:pt x="1588135" y="4163060"/>
                  </a:cubicBezTo>
                  <a:close/>
                  <a:moveTo>
                    <a:pt x="1516761" y="4238498"/>
                  </a:moveTo>
                  <a:cubicBezTo>
                    <a:pt x="1504188" y="4250690"/>
                    <a:pt x="1491361" y="4262374"/>
                    <a:pt x="1478534" y="4273550"/>
                  </a:cubicBezTo>
                  <a:lnTo>
                    <a:pt x="1445133" y="4235196"/>
                  </a:lnTo>
                  <a:cubicBezTo>
                    <a:pt x="1457325" y="4224528"/>
                    <a:pt x="1469517" y="4213479"/>
                    <a:pt x="1481455" y="4201795"/>
                  </a:cubicBezTo>
                  <a:close/>
                  <a:moveTo>
                    <a:pt x="1402842" y="4270121"/>
                  </a:moveTo>
                  <a:cubicBezTo>
                    <a:pt x="1388872" y="4281043"/>
                    <a:pt x="1374775" y="4291330"/>
                    <a:pt x="1360551" y="4301109"/>
                  </a:cubicBezTo>
                  <a:lnTo>
                    <a:pt x="1331849" y="4259199"/>
                  </a:lnTo>
                  <a:cubicBezTo>
                    <a:pt x="1345184" y="4250055"/>
                    <a:pt x="1358519" y="4240403"/>
                    <a:pt x="1371727" y="4230116"/>
                  </a:cubicBezTo>
                  <a:close/>
                  <a:moveTo>
                    <a:pt x="1285113" y="4289171"/>
                  </a:moveTo>
                  <a:cubicBezTo>
                    <a:pt x="1269873" y="4298188"/>
                    <a:pt x="1254506" y="4306570"/>
                    <a:pt x="1238885" y="4314190"/>
                  </a:cubicBezTo>
                  <a:lnTo>
                    <a:pt x="1216279" y="4268724"/>
                  </a:lnTo>
                  <a:cubicBezTo>
                    <a:pt x="1230757" y="4261612"/>
                    <a:pt x="1244981" y="4253865"/>
                    <a:pt x="1259205" y="4245483"/>
                  </a:cubicBezTo>
                  <a:close/>
                  <a:moveTo>
                    <a:pt x="1164844" y="4292092"/>
                  </a:moveTo>
                  <a:cubicBezTo>
                    <a:pt x="1148334" y="4298696"/>
                    <a:pt x="1131697" y="4304538"/>
                    <a:pt x="1114933" y="4309618"/>
                  </a:cubicBezTo>
                  <a:lnTo>
                    <a:pt x="1100074" y="4260977"/>
                  </a:lnTo>
                  <a:cubicBezTo>
                    <a:pt x="1115441" y="4256278"/>
                    <a:pt x="1130681" y="4250944"/>
                    <a:pt x="1145921" y="4244848"/>
                  </a:cubicBezTo>
                  <a:close/>
                  <a:moveTo>
                    <a:pt x="1044702" y="4275582"/>
                  </a:moveTo>
                  <a:cubicBezTo>
                    <a:pt x="1027303" y="4279265"/>
                    <a:pt x="1009904" y="4282059"/>
                    <a:pt x="992251" y="4284091"/>
                  </a:cubicBezTo>
                  <a:lnTo>
                    <a:pt x="986536" y="4233672"/>
                  </a:lnTo>
                  <a:cubicBezTo>
                    <a:pt x="1002538" y="4231894"/>
                    <a:pt x="1018540" y="4229227"/>
                    <a:pt x="1034288" y="4225925"/>
                  </a:cubicBezTo>
                  <a:close/>
                  <a:moveTo>
                    <a:pt x="1216533" y="4571619"/>
                  </a:moveTo>
                  <a:cubicBezTo>
                    <a:pt x="1213104" y="4571619"/>
                    <a:pt x="1209675" y="4571746"/>
                    <a:pt x="1206246" y="4571746"/>
                  </a:cubicBezTo>
                  <a:lnTo>
                    <a:pt x="1206246" y="4546346"/>
                  </a:lnTo>
                  <a:lnTo>
                    <a:pt x="1206246" y="4571746"/>
                  </a:lnTo>
                  <a:cubicBezTo>
                    <a:pt x="1191895" y="4571746"/>
                    <a:pt x="1177544" y="4571238"/>
                    <a:pt x="1163320" y="4570095"/>
                  </a:cubicBezTo>
                  <a:lnTo>
                    <a:pt x="1167257" y="4519422"/>
                  </a:lnTo>
                  <a:cubicBezTo>
                    <a:pt x="1180211" y="4520438"/>
                    <a:pt x="1193165" y="4520946"/>
                    <a:pt x="1206246" y="4520946"/>
                  </a:cubicBezTo>
                  <a:cubicBezTo>
                    <a:pt x="1209421" y="4520946"/>
                    <a:pt x="1212469" y="4520946"/>
                    <a:pt x="1215644" y="4520819"/>
                  </a:cubicBezTo>
                  <a:close/>
                  <a:moveTo>
                    <a:pt x="1109726" y="4512691"/>
                  </a:moveTo>
                  <a:cubicBezTo>
                    <a:pt x="1092327" y="4509643"/>
                    <a:pt x="1075055" y="4505833"/>
                    <a:pt x="1057910" y="4501261"/>
                  </a:cubicBezTo>
                  <a:lnTo>
                    <a:pt x="1070991" y="4452239"/>
                  </a:lnTo>
                  <a:cubicBezTo>
                    <a:pt x="1086612" y="4456430"/>
                    <a:pt x="1102360" y="4459859"/>
                    <a:pt x="1118235" y="4462653"/>
                  </a:cubicBezTo>
                  <a:close/>
                  <a:moveTo>
                    <a:pt x="1016000" y="4435348"/>
                  </a:moveTo>
                  <a:cubicBezTo>
                    <a:pt x="999617" y="4429379"/>
                    <a:pt x="983234" y="4422648"/>
                    <a:pt x="967105" y="4415282"/>
                  </a:cubicBezTo>
                  <a:lnTo>
                    <a:pt x="980567" y="4470019"/>
                  </a:lnTo>
                  <a:cubicBezTo>
                    <a:pt x="995426" y="4476877"/>
                    <a:pt x="1010539" y="4482973"/>
                    <a:pt x="1025652" y="4488561"/>
                  </a:cubicBezTo>
                  <a:close/>
                  <a:moveTo>
                    <a:pt x="929767" y="4444746"/>
                  </a:moveTo>
                  <a:cubicBezTo>
                    <a:pt x="914527" y="4436364"/>
                    <a:pt x="899541" y="4427347"/>
                    <a:pt x="884682" y="4417695"/>
                  </a:cubicBezTo>
                  <a:lnTo>
                    <a:pt x="912368" y="4375023"/>
                  </a:lnTo>
                  <a:cubicBezTo>
                    <a:pt x="926338" y="4384040"/>
                    <a:pt x="940308" y="4392549"/>
                    <a:pt x="954532" y="4400296"/>
                  </a:cubicBezTo>
                  <a:close/>
                  <a:moveTo>
                    <a:pt x="866394" y="4343400"/>
                  </a:moveTo>
                  <a:cubicBezTo>
                    <a:pt x="852551" y="4333113"/>
                    <a:pt x="838962" y="4322445"/>
                    <a:pt x="825500" y="4311142"/>
                  </a:cubicBezTo>
                  <a:lnTo>
                    <a:pt x="858012" y="4272153"/>
                  </a:lnTo>
                  <a:cubicBezTo>
                    <a:pt x="870839" y="4282821"/>
                    <a:pt x="883666" y="4292981"/>
                    <a:pt x="896620" y="4302633"/>
                  </a:cubicBezTo>
                  <a:close/>
                  <a:moveTo>
                    <a:pt x="816610" y="4235958"/>
                  </a:moveTo>
                  <a:cubicBezTo>
                    <a:pt x="804037" y="4224274"/>
                    <a:pt x="791591" y="4212082"/>
                    <a:pt x="779272" y="4199509"/>
                  </a:cubicBezTo>
                  <a:lnTo>
                    <a:pt x="815594" y="4163949"/>
                  </a:lnTo>
                  <a:cubicBezTo>
                    <a:pt x="827278" y="4176014"/>
                    <a:pt x="839216" y="4187571"/>
                    <a:pt x="851154" y="4198620"/>
                  </a:cubicBezTo>
                  <a:close/>
                  <a:moveTo>
                    <a:pt x="778383" y="4124198"/>
                  </a:moveTo>
                  <a:cubicBezTo>
                    <a:pt x="767080" y="4111498"/>
                    <a:pt x="755777" y="4098417"/>
                    <a:pt x="744728" y="4085082"/>
                  </a:cubicBezTo>
                  <a:lnTo>
                    <a:pt x="783971" y="4052697"/>
                  </a:lnTo>
                  <a:cubicBezTo>
                    <a:pt x="794639" y="4065651"/>
                    <a:pt x="805434" y="4078097"/>
                    <a:pt x="816229" y="4090289"/>
                  </a:cubicBezTo>
                  <a:close/>
                  <a:moveTo>
                    <a:pt x="750443" y="4010660"/>
                  </a:moveTo>
                  <a:cubicBezTo>
                    <a:pt x="740029" y="3997071"/>
                    <a:pt x="729742" y="3983101"/>
                    <a:pt x="719582" y="3968877"/>
                  </a:cubicBezTo>
                  <a:lnTo>
                    <a:pt x="760984" y="3939413"/>
                  </a:lnTo>
                  <a:cubicBezTo>
                    <a:pt x="770763" y="3953256"/>
                    <a:pt x="780669" y="3966718"/>
                    <a:pt x="790702" y="3979799"/>
                  </a:cubicBezTo>
                  <a:close/>
                  <a:moveTo>
                    <a:pt x="730631" y="3895471"/>
                  </a:moveTo>
                  <a:cubicBezTo>
                    <a:pt x="721233" y="3881247"/>
                    <a:pt x="711962" y="3866896"/>
                    <a:pt x="702818" y="3852164"/>
                  </a:cubicBezTo>
                  <a:lnTo>
                    <a:pt x="745998" y="3825367"/>
                  </a:lnTo>
                  <a:cubicBezTo>
                    <a:pt x="754888" y="3839718"/>
                    <a:pt x="763905" y="3853688"/>
                    <a:pt x="773049" y="3867404"/>
                  </a:cubicBezTo>
                  <a:close/>
                  <a:moveTo>
                    <a:pt x="718566" y="3779901"/>
                  </a:moveTo>
                  <a:cubicBezTo>
                    <a:pt x="710057" y="3765169"/>
                    <a:pt x="701548" y="3750310"/>
                    <a:pt x="693166" y="3735070"/>
                  </a:cubicBezTo>
                  <a:lnTo>
                    <a:pt x="737743" y="3710559"/>
                  </a:lnTo>
                  <a:cubicBezTo>
                    <a:pt x="745871" y="3725418"/>
                    <a:pt x="754126" y="3739896"/>
                    <a:pt x="762508" y="3754247"/>
                  </a:cubicBezTo>
                  <a:close/>
                  <a:moveTo>
                    <a:pt x="712978" y="3664077"/>
                  </a:moveTo>
                  <a:cubicBezTo>
                    <a:pt x="705231" y="3648964"/>
                    <a:pt x="697484" y="3633724"/>
                    <a:pt x="689864" y="3618230"/>
                  </a:cubicBezTo>
                  <a:lnTo>
                    <a:pt x="735457" y="3595878"/>
                  </a:lnTo>
                  <a:cubicBezTo>
                    <a:pt x="742823" y="3611118"/>
                    <a:pt x="750443" y="3625977"/>
                    <a:pt x="758063" y="3640709"/>
                  </a:cubicBezTo>
                  <a:close/>
                  <a:moveTo>
                    <a:pt x="712978" y="3548380"/>
                  </a:moveTo>
                  <a:cubicBezTo>
                    <a:pt x="705866" y="3533013"/>
                    <a:pt x="698881" y="3517392"/>
                    <a:pt x="691896" y="3501517"/>
                  </a:cubicBezTo>
                  <a:lnTo>
                    <a:pt x="738505" y="3481197"/>
                  </a:lnTo>
                  <a:cubicBezTo>
                    <a:pt x="745236" y="3496691"/>
                    <a:pt x="752094" y="3511931"/>
                    <a:pt x="759079" y="3527044"/>
                  </a:cubicBezTo>
                  <a:close/>
                  <a:moveTo>
                    <a:pt x="717931" y="3433064"/>
                  </a:moveTo>
                  <a:cubicBezTo>
                    <a:pt x="711454" y="3417443"/>
                    <a:pt x="705104" y="3401568"/>
                    <a:pt x="698754" y="3385439"/>
                  </a:cubicBezTo>
                  <a:lnTo>
                    <a:pt x="746125" y="3366897"/>
                  </a:lnTo>
                  <a:cubicBezTo>
                    <a:pt x="752221" y="3382645"/>
                    <a:pt x="758571" y="3398266"/>
                    <a:pt x="764921" y="3413633"/>
                  </a:cubicBezTo>
                  <a:close/>
                  <a:moveTo>
                    <a:pt x="727583" y="3318129"/>
                  </a:moveTo>
                  <a:cubicBezTo>
                    <a:pt x="721741" y="3302254"/>
                    <a:pt x="715899" y="3286125"/>
                    <a:pt x="710184" y="3269869"/>
                  </a:cubicBezTo>
                  <a:lnTo>
                    <a:pt x="758063" y="3253105"/>
                  </a:lnTo>
                  <a:cubicBezTo>
                    <a:pt x="763651" y="3269107"/>
                    <a:pt x="769366" y="3284855"/>
                    <a:pt x="775081" y="3300476"/>
                  </a:cubicBezTo>
                  <a:close/>
                  <a:moveTo>
                    <a:pt x="741172" y="3203829"/>
                  </a:moveTo>
                  <a:cubicBezTo>
                    <a:pt x="735838" y="3187954"/>
                    <a:pt x="730758" y="3171952"/>
                    <a:pt x="725678" y="3155696"/>
                  </a:cubicBezTo>
                  <a:lnTo>
                    <a:pt x="774192" y="3140456"/>
                  </a:lnTo>
                  <a:cubicBezTo>
                    <a:pt x="779145" y="3156331"/>
                    <a:pt x="784352" y="3172206"/>
                    <a:pt x="789432" y="3187827"/>
                  </a:cubicBezTo>
                  <a:close/>
                  <a:moveTo>
                    <a:pt x="759079" y="3091180"/>
                  </a:moveTo>
                  <a:cubicBezTo>
                    <a:pt x="754253" y="3074924"/>
                    <a:pt x="749427" y="3058414"/>
                    <a:pt x="744855" y="3041904"/>
                  </a:cubicBezTo>
                  <a:lnTo>
                    <a:pt x="793750" y="3028188"/>
                  </a:lnTo>
                  <a:cubicBezTo>
                    <a:pt x="798322" y="3044571"/>
                    <a:pt x="803021" y="3060700"/>
                    <a:pt x="807720" y="3076829"/>
                  </a:cubicBezTo>
                  <a:close/>
                  <a:moveTo>
                    <a:pt x="779780" y="2977388"/>
                  </a:moveTo>
                  <a:cubicBezTo>
                    <a:pt x="775462" y="2961132"/>
                    <a:pt x="771271" y="2944749"/>
                    <a:pt x="767207" y="2928366"/>
                  </a:cubicBezTo>
                  <a:lnTo>
                    <a:pt x="816483" y="2916047"/>
                  </a:lnTo>
                  <a:cubicBezTo>
                    <a:pt x="820547" y="2932303"/>
                    <a:pt x="824611" y="2948432"/>
                    <a:pt x="828929" y="2964434"/>
                  </a:cubicBezTo>
                  <a:close/>
                  <a:moveTo>
                    <a:pt x="804418" y="2866009"/>
                  </a:moveTo>
                  <a:cubicBezTo>
                    <a:pt x="800481" y="2849372"/>
                    <a:pt x="796798" y="2832735"/>
                    <a:pt x="792988" y="2815971"/>
                  </a:cubicBezTo>
                  <a:lnTo>
                    <a:pt x="842645" y="2805049"/>
                  </a:lnTo>
                  <a:cubicBezTo>
                    <a:pt x="846328" y="2821559"/>
                    <a:pt x="850011" y="2838069"/>
                    <a:pt x="853821" y="2854452"/>
                  </a:cubicBezTo>
                  <a:close/>
                  <a:moveTo>
                    <a:pt x="831596" y="2753741"/>
                  </a:moveTo>
                  <a:cubicBezTo>
                    <a:pt x="828167" y="2737231"/>
                    <a:pt x="824865" y="2720721"/>
                    <a:pt x="821690" y="2704084"/>
                  </a:cubicBezTo>
                  <a:lnTo>
                    <a:pt x="871601" y="2694432"/>
                  </a:lnTo>
                  <a:cubicBezTo>
                    <a:pt x="874776" y="2710815"/>
                    <a:pt x="878078" y="2727198"/>
                    <a:pt x="881380" y="2743454"/>
                  </a:cubicBezTo>
                  <a:close/>
                  <a:moveTo>
                    <a:pt x="159893" y="3079115"/>
                  </a:moveTo>
                  <a:cubicBezTo>
                    <a:pt x="156845" y="3062351"/>
                    <a:pt x="153924" y="3045587"/>
                    <a:pt x="151130" y="3028569"/>
                  </a:cubicBezTo>
                  <a:lnTo>
                    <a:pt x="201295" y="3020187"/>
                  </a:lnTo>
                  <a:cubicBezTo>
                    <a:pt x="204089" y="3036951"/>
                    <a:pt x="207010" y="3053461"/>
                    <a:pt x="209931" y="3070098"/>
                  </a:cubicBezTo>
                  <a:close/>
                  <a:moveTo>
                    <a:pt x="193040" y="2968625"/>
                  </a:moveTo>
                  <a:cubicBezTo>
                    <a:pt x="190500" y="2951988"/>
                    <a:pt x="187960" y="2935097"/>
                    <a:pt x="185547" y="2918333"/>
                  </a:cubicBezTo>
                  <a:lnTo>
                    <a:pt x="235839" y="2911221"/>
                  </a:lnTo>
                  <a:cubicBezTo>
                    <a:pt x="238252" y="2927858"/>
                    <a:pt x="240665" y="2944495"/>
                    <a:pt x="243205" y="2961005"/>
                  </a:cubicBezTo>
                  <a:close/>
                  <a:moveTo>
                    <a:pt x="228981" y="2860421"/>
                  </a:moveTo>
                  <a:cubicBezTo>
                    <a:pt x="226822" y="2843530"/>
                    <a:pt x="224663" y="2826639"/>
                    <a:pt x="222758" y="2809748"/>
                  </a:cubicBezTo>
                  <a:lnTo>
                    <a:pt x="273177" y="2803779"/>
                  </a:lnTo>
                  <a:cubicBezTo>
                    <a:pt x="275209" y="2820543"/>
                    <a:pt x="277241" y="2837307"/>
                    <a:pt x="279400" y="2853944"/>
                  </a:cubicBezTo>
                  <a:close/>
                  <a:moveTo>
                    <a:pt x="116713" y="2775077"/>
                  </a:moveTo>
                  <a:cubicBezTo>
                    <a:pt x="114935" y="2758186"/>
                    <a:pt x="113284" y="2741168"/>
                    <a:pt x="111633" y="2724023"/>
                  </a:cubicBezTo>
                  <a:lnTo>
                    <a:pt x="162179" y="2719197"/>
                  </a:lnTo>
                  <a:cubicBezTo>
                    <a:pt x="163830" y="2736088"/>
                    <a:pt x="165481" y="2752852"/>
                    <a:pt x="167259" y="2769616"/>
                  </a:cubicBezTo>
                  <a:close/>
                  <a:moveTo>
                    <a:pt x="157734" y="2668143"/>
                  </a:moveTo>
                  <a:cubicBezTo>
                    <a:pt x="156337" y="2651252"/>
                    <a:pt x="155067" y="2634361"/>
                    <a:pt x="153797" y="2617343"/>
                  </a:cubicBezTo>
                  <a:lnTo>
                    <a:pt x="204470" y="2613660"/>
                  </a:lnTo>
                  <a:cubicBezTo>
                    <a:pt x="205613" y="2630424"/>
                    <a:pt x="207010" y="2647188"/>
                    <a:pt x="208407" y="2663952"/>
                  </a:cubicBezTo>
                  <a:close/>
                  <a:moveTo>
                    <a:pt x="201041" y="2561971"/>
                  </a:moveTo>
                  <a:cubicBezTo>
                    <a:pt x="200025" y="2544826"/>
                    <a:pt x="199009" y="2527681"/>
                    <a:pt x="198247" y="2510409"/>
                  </a:cubicBezTo>
                  <a:lnTo>
                    <a:pt x="249047" y="2507869"/>
                  </a:lnTo>
                  <a:cubicBezTo>
                    <a:pt x="249936" y="2524887"/>
                    <a:pt x="250825" y="2541905"/>
                    <a:pt x="251841" y="2558796"/>
                  </a:cubicBezTo>
                  <a:close/>
                  <a:moveTo>
                    <a:pt x="246761" y="2456688"/>
                  </a:moveTo>
                  <a:cubicBezTo>
                    <a:pt x="246126" y="2439797"/>
                    <a:pt x="245491" y="2422906"/>
                    <a:pt x="245110" y="2405888"/>
                  </a:cubicBezTo>
                  <a:lnTo>
                    <a:pt x="295910" y="2404491"/>
                  </a:lnTo>
                  <a:cubicBezTo>
                    <a:pt x="296418" y="2421255"/>
                    <a:pt x="296926" y="2438019"/>
                    <a:pt x="297561" y="2454783"/>
                  </a:cubicBezTo>
                  <a:close/>
                  <a:moveTo>
                    <a:pt x="294767" y="2352802"/>
                  </a:moveTo>
                  <a:cubicBezTo>
                    <a:pt x="294513" y="2335657"/>
                    <a:pt x="294259" y="2318639"/>
                    <a:pt x="294132" y="2301367"/>
                  </a:cubicBezTo>
                  <a:lnTo>
                    <a:pt x="344932" y="2300986"/>
                  </a:lnTo>
                  <a:cubicBezTo>
                    <a:pt x="345059" y="2318004"/>
                    <a:pt x="345186" y="2334895"/>
                    <a:pt x="345567" y="2351786"/>
                  </a:cubicBezTo>
                  <a:close/>
                  <a:moveTo>
                    <a:pt x="91313" y="2285619"/>
                  </a:moveTo>
                  <a:cubicBezTo>
                    <a:pt x="91313" y="2268347"/>
                    <a:pt x="91440" y="2251202"/>
                    <a:pt x="91567" y="2234057"/>
                  </a:cubicBezTo>
                  <a:lnTo>
                    <a:pt x="142367" y="2234565"/>
                  </a:lnTo>
                  <a:cubicBezTo>
                    <a:pt x="142240" y="2251583"/>
                    <a:pt x="142113" y="2268601"/>
                    <a:pt x="142113" y="2285619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grpSp>
        <p:nvGrpSpPr>
          <p:cNvPr id="15" name="Group 15"/>
          <p:cNvGrpSpPr/>
          <p:nvPr/>
        </p:nvGrpSpPr>
        <p:grpSpPr>
          <a:xfrm rot="-9036128">
            <a:off x="14534514" y="6328312"/>
            <a:ext cx="1672338" cy="3429074"/>
            <a:chOff x="0" y="0"/>
            <a:chExt cx="2229784" cy="45720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29866" cy="4572000"/>
            </a:xfrm>
            <a:custGeom>
              <a:avLst/>
              <a:gdLst/>
              <a:ahLst/>
              <a:cxnLst/>
              <a:rect l="l" t="t" r="r" b="b"/>
              <a:pathLst>
                <a:path w="2229866" h="4572000">
                  <a:moveTo>
                    <a:pt x="0" y="2286000"/>
                  </a:moveTo>
                  <a:cubicBezTo>
                    <a:pt x="0" y="1042035"/>
                    <a:pt x="486029" y="0"/>
                    <a:pt x="1114933" y="0"/>
                  </a:cubicBezTo>
                  <a:lnTo>
                    <a:pt x="1114933" y="25400"/>
                  </a:lnTo>
                  <a:lnTo>
                    <a:pt x="1114933" y="0"/>
                  </a:lnTo>
                  <a:cubicBezTo>
                    <a:pt x="1743837" y="0"/>
                    <a:pt x="2229866" y="1042035"/>
                    <a:pt x="2229866" y="2286000"/>
                  </a:cubicBezTo>
                  <a:lnTo>
                    <a:pt x="2204466" y="2286000"/>
                  </a:lnTo>
                  <a:lnTo>
                    <a:pt x="2229866" y="2286000"/>
                  </a:lnTo>
                  <a:cubicBezTo>
                    <a:pt x="2229866" y="3530092"/>
                    <a:pt x="1743837" y="4572000"/>
                    <a:pt x="1114933" y="4572000"/>
                  </a:cubicBezTo>
                  <a:lnTo>
                    <a:pt x="1114933" y="4546600"/>
                  </a:lnTo>
                  <a:lnTo>
                    <a:pt x="1114933" y="4572000"/>
                  </a:lnTo>
                  <a:cubicBezTo>
                    <a:pt x="486029" y="4572127"/>
                    <a:pt x="0" y="3530092"/>
                    <a:pt x="0" y="2286000"/>
                  </a:cubicBezTo>
                  <a:lnTo>
                    <a:pt x="25400" y="2286000"/>
                  </a:lnTo>
                  <a:lnTo>
                    <a:pt x="50800" y="2286000"/>
                  </a:lnTo>
                  <a:lnTo>
                    <a:pt x="25400" y="2286000"/>
                  </a:lnTo>
                  <a:lnTo>
                    <a:pt x="0" y="2286000"/>
                  </a:lnTo>
                  <a:moveTo>
                    <a:pt x="50800" y="2286000"/>
                  </a:moveTo>
                  <a:cubicBezTo>
                    <a:pt x="50800" y="2299970"/>
                    <a:pt x="39370" y="2311400"/>
                    <a:pt x="25400" y="2311400"/>
                  </a:cubicBezTo>
                  <a:cubicBezTo>
                    <a:pt x="11430" y="2311400"/>
                    <a:pt x="0" y="2299970"/>
                    <a:pt x="0" y="2286000"/>
                  </a:cubicBezTo>
                  <a:cubicBezTo>
                    <a:pt x="0" y="2272030"/>
                    <a:pt x="11430" y="2260600"/>
                    <a:pt x="25400" y="2260600"/>
                  </a:cubicBezTo>
                  <a:cubicBezTo>
                    <a:pt x="39370" y="2260600"/>
                    <a:pt x="50800" y="2272030"/>
                    <a:pt x="50800" y="2286000"/>
                  </a:cubicBezTo>
                  <a:cubicBezTo>
                    <a:pt x="50800" y="3538982"/>
                    <a:pt x="540385" y="4521200"/>
                    <a:pt x="1114933" y="4521200"/>
                  </a:cubicBezTo>
                  <a:cubicBezTo>
                    <a:pt x="1689481" y="4521200"/>
                    <a:pt x="2179066" y="3538982"/>
                    <a:pt x="2179066" y="2286000"/>
                  </a:cubicBezTo>
                  <a:cubicBezTo>
                    <a:pt x="2179066" y="1033018"/>
                    <a:pt x="1689481" y="50800"/>
                    <a:pt x="1114933" y="50800"/>
                  </a:cubicBezTo>
                  <a:lnTo>
                    <a:pt x="1114933" y="25400"/>
                  </a:lnTo>
                  <a:lnTo>
                    <a:pt x="1114933" y="50800"/>
                  </a:lnTo>
                  <a:cubicBezTo>
                    <a:pt x="540385" y="50800"/>
                    <a:pt x="50800" y="1033018"/>
                    <a:pt x="50800" y="2286000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2791450" y="-2242000"/>
            <a:ext cx="4076700" cy="4152900"/>
          </a:xfrm>
          <a:custGeom>
            <a:avLst/>
            <a:gdLst/>
            <a:ahLst/>
            <a:cxnLst/>
            <a:rect l="l" t="t" r="r" b="b"/>
            <a:pathLst>
              <a:path w="4076700" h="4152900">
                <a:moveTo>
                  <a:pt x="0" y="0"/>
                </a:moveTo>
                <a:lnTo>
                  <a:pt x="4076700" y="0"/>
                </a:lnTo>
                <a:lnTo>
                  <a:pt x="4076700" y="4152900"/>
                </a:lnTo>
                <a:lnTo>
                  <a:pt x="0" y="415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D32558-C7AF-DDDB-48E0-3407CBE33CF6}"/>
              </a:ext>
            </a:extLst>
          </p:cNvPr>
          <p:cNvSpPr txBox="1"/>
          <p:nvPr/>
        </p:nvSpPr>
        <p:spPr>
          <a:xfrm>
            <a:off x="1347238" y="5736780"/>
            <a:ext cx="998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000" dirty="0">
                <a:latin typeface="Tw Cen MT Condensed Extra Bold" panose="020B0803020202020204" pitchFamily="34" charset="0"/>
              </a:rPr>
              <a:t>Proyecto-Examen Final de Bases de Datos I</a:t>
            </a:r>
            <a:endParaRPr lang="en-GB" sz="4000" dirty="0">
              <a:latin typeface="Tw Cen MT Condensed Extra Bold" panose="020B08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561800" y="1749650"/>
            <a:ext cx="6819700" cy="6819050"/>
          </a:xfrm>
          <a:custGeom>
            <a:avLst/>
            <a:gdLst/>
            <a:ahLst/>
            <a:cxnLst/>
            <a:rect l="l" t="t" r="r" b="b"/>
            <a:pathLst>
              <a:path w="6819700" h="6819050">
                <a:moveTo>
                  <a:pt x="6819700" y="0"/>
                </a:moveTo>
                <a:lnTo>
                  <a:pt x="0" y="0"/>
                </a:lnTo>
                <a:lnTo>
                  <a:pt x="0" y="6819050"/>
                </a:lnTo>
                <a:lnTo>
                  <a:pt x="6819700" y="6819050"/>
                </a:lnTo>
                <a:lnTo>
                  <a:pt x="6819700" y="0"/>
                </a:lnTo>
                <a:close/>
              </a:path>
            </a:pathLst>
          </a:custGeom>
          <a:blipFill>
            <a:blip r:embed="rId3"/>
            <a:stretch>
              <a:fillRect l="-33099" t="-35489" r="-33675" b="-25199"/>
            </a:stretch>
          </a:blipFill>
        </p:spPr>
      </p:sp>
      <p:grpSp>
        <p:nvGrpSpPr>
          <p:cNvPr id="3" name="Group 3"/>
          <p:cNvGrpSpPr/>
          <p:nvPr/>
        </p:nvGrpSpPr>
        <p:grpSpPr>
          <a:xfrm rot="-8099382">
            <a:off x="13300849" y="2439227"/>
            <a:ext cx="2419028" cy="6283650"/>
            <a:chOff x="0" y="0"/>
            <a:chExt cx="3225371" cy="8378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25292" cy="8378190"/>
            </a:xfrm>
            <a:custGeom>
              <a:avLst/>
              <a:gdLst/>
              <a:ahLst/>
              <a:cxnLst/>
              <a:rect l="l" t="t" r="r" b="b"/>
              <a:pathLst>
                <a:path w="3225292" h="8378190">
                  <a:moveTo>
                    <a:pt x="0" y="4189095"/>
                  </a:moveTo>
                  <a:cubicBezTo>
                    <a:pt x="0" y="1911350"/>
                    <a:pt x="698881" y="0"/>
                    <a:pt x="1612646" y="0"/>
                  </a:cubicBezTo>
                  <a:lnTo>
                    <a:pt x="1612646" y="38100"/>
                  </a:lnTo>
                  <a:lnTo>
                    <a:pt x="1612646" y="0"/>
                  </a:lnTo>
                  <a:cubicBezTo>
                    <a:pt x="2526411" y="0"/>
                    <a:pt x="3225292" y="1911350"/>
                    <a:pt x="3225292" y="4189095"/>
                  </a:cubicBezTo>
                  <a:cubicBezTo>
                    <a:pt x="3225292" y="6466840"/>
                    <a:pt x="2526538" y="8378190"/>
                    <a:pt x="1612646" y="8378190"/>
                  </a:cubicBezTo>
                  <a:lnTo>
                    <a:pt x="1612646" y="8340090"/>
                  </a:lnTo>
                  <a:lnTo>
                    <a:pt x="1612646" y="8378190"/>
                  </a:lnTo>
                  <a:cubicBezTo>
                    <a:pt x="698881" y="8378190"/>
                    <a:pt x="0" y="6466840"/>
                    <a:pt x="0" y="4189095"/>
                  </a:cubicBezTo>
                  <a:lnTo>
                    <a:pt x="38100" y="4189095"/>
                  </a:lnTo>
                  <a:lnTo>
                    <a:pt x="70358" y="4209415"/>
                  </a:lnTo>
                  <a:cubicBezTo>
                    <a:pt x="61341" y="4223766"/>
                    <a:pt x="43815" y="4230497"/>
                    <a:pt x="27559" y="4225798"/>
                  </a:cubicBezTo>
                  <a:cubicBezTo>
                    <a:pt x="11303" y="4221099"/>
                    <a:pt x="0" y="4206113"/>
                    <a:pt x="0" y="4189095"/>
                  </a:cubicBezTo>
                  <a:moveTo>
                    <a:pt x="76200" y="4189095"/>
                  </a:moveTo>
                  <a:lnTo>
                    <a:pt x="38100" y="4189095"/>
                  </a:lnTo>
                  <a:lnTo>
                    <a:pt x="5842" y="4168775"/>
                  </a:lnTo>
                  <a:cubicBezTo>
                    <a:pt x="14859" y="4154424"/>
                    <a:pt x="32385" y="4147693"/>
                    <a:pt x="48641" y="4152392"/>
                  </a:cubicBezTo>
                  <a:cubicBezTo>
                    <a:pt x="64897" y="4157091"/>
                    <a:pt x="76200" y="4172077"/>
                    <a:pt x="76200" y="4189095"/>
                  </a:cubicBezTo>
                  <a:cubicBezTo>
                    <a:pt x="76200" y="6496431"/>
                    <a:pt x="787273" y="8301990"/>
                    <a:pt x="1612646" y="8301990"/>
                  </a:cubicBezTo>
                  <a:cubicBezTo>
                    <a:pt x="2438019" y="8301990"/>
                    <a:pt x="3149219" y="6496431"/>
                    <a:pt x="3149219" y="4189095"/>
                  </a:cubicBezTo>
                  <a:lnTo>
                    <a:pt x="3187319" y="4189095"/>
                  </a:lnTo>
                  <a:lnTo>
                    <a:pt x="3149219" y="4189095"/>
                  </a:lnTo>
                  <a:cubicBezTo>
                    <a:pt x="3149219" y="1881759"/>
                    <a:pt x="2438146" y="76200"/>
                    <a:pt x="1612646" y="76200"/>
                  </a:cubicBezTo>
                  <a:lnTo>
                    <a:pt x="1612646" y="38100"/>
                  </a:lnTo>
                  <a:lnTo>
                    <a:pt x="1612646" y="76200"/>
                  </a:lnTo>
                  <a:cubicBezTo>
                    <a:pt x="787273" y="76200"/>
                    <a:pt x="76200" y="1881759"/>
                    <a:pt x="76200" y="4189095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grpSp>
        <p:nvGrpSpPr>
          <p:cNvPr id="5" name="Group 5"/>
          <p:cNvGrpSpPr/>
          <p:nvPr/>
        </p:nvGrpSpPr>
        <p:grpSpPr>
          <a:xfrm rot="-8100618">
            <a:off x="13604687" y="3522159"/>
            <a:ext cx="2418180" cy="4958248"/>
            <a:chOff x="0" y="0"/>
            <a:chExt cx="3224240" cy="6610997"/>
          </a:xfrm>
        </p:grpSpPr>
        <p:sp>
          <p:nvSpPr>
            <p:cNvPr id="6" name="Freeform 6"/>
            <p:cNvSpPr/>
            <p:nvPr/>
          </p:nvSpPr>
          <p:spPr>
            <a:xfrm>
              <a:off x="-211836" y="889"/>
              <a:ext cx="3424936" cy="6492621"/>
            </a:xfrm>
            <a:custGeom>
              <a:avLst/>
              <a:gdLst/>
              <a:ahLst/>
              <a:cxnLst/>
              <a:rect l="l" t="t" r="r" b="b"/>
              <a:pathLst>
                <a:path w="3424936" h="6492621">
                  <a:moveTo>
                    <a:pt x="213487" y="3150362"/>
                  </a:moveTo>
                  <a:cubicBezTo>
                    <a:pt x="213995" y="3124835"/>
                    <a:pt x="214757" y="3099308"/>
                    <a:pt x="215646" y="3073908"/>
                  </a:cubicBezTo>
                  <a:lnTo>
                    <a:pt x="291846" y="3076448"/>
                  </a:lnTo>
                  <a:cubicBezTo>
                    <a:pt x="290957" y="3101594"/>
                    <a:pt x="290322" y="3126740"/>
                    <a:pt x="289687" y="3152013"/>
                  </a:cubicBezTo>
                  <a:close/>
                  <a:moveTo>
                    <a:pt x="294767" y="2999613"/>
                  </a:moveTo>
                  <a:cubicBezTo>
                    <a:pt x="295910" y="2973959"/>
                    <a:pt x="297180" y="2948305"/>
                    <a:pt x="298577" y="2922905"/>
                  </a:cubicBezTo>
                  <a:lnTo>
                    <a:pt x="374650" y="2927223"/>
                  </a:lnTo>
                  <a:cubicBezTo>
                    <a:pt x="373253" y="2952496"/>
                    <a:pt x="371983" y="2977769"/>
                    <a:pt x="370840" y="3003169"/>
                  </a:cubicBezTo>
                  <a:close/>
                  <a:moveTo>
                    <a:pt x="379476" y="2849372"/>
                  </a:moveTo>
                  <a:cubicBezTo>
                    <a:pt x="381254" y="2823845"/>
                    <a:pt x="383032" y="2798318"/>
                    <a:pt x="385064" y="2772918"/>
                  </a:cubicBezTo>
                  <a:lnTo>
                    <a:pt x="461010" y="2778887"/>
                  </a:lnTo>
                  <a:cubicBezTo>
                    <a:pt x="458978" y="2804033"/>
                    <a:pt x="457200" y="2829179"/>
                    <a:pt x="455422" y="2854452"/>
                  </a:cubicBezTo>
                  <a:close/>
                  <a:moveTo>
                    <a:pt x="467487" y="2702179"/>
                  </a:moveTo>
                  <a:cubicBezTo>
                    <a:pt x="469773" y="2676779"/>
                    <a:pt x="472313" y="2651379"/>
                    <a:pt x="474853" y="2626106"/>
                  </a:cubicBezTo>
                  <a:lnTo>
                    <a:pt x="550672" y="2633853"/>
                  </a:lnTo>
                  <a:cubicBezTo>
                    <a:pt x="548132" y="2658745"/>
                    <a:pt x="545719" y="2683891"/>
                    <a:pt x="543433" y="2709037"/>
                  </a:cubicBezTo>
                  <a:close/>
                  <a:moveTo>
                    <a:pt x="255016" y="2538730"/>
                  </a:moveTo>
                  <a:cubicBezTo>
                    <a:pt x="257937" y="2513203"/>
                    <a:pt x="260985" y="2487803"/>
                    <a:pt x="264287" y="2462530"/>
                  </a:cubicBezTo>
                  <a:lnTo>
                    <a:pt x="339852" y="2472182"/>
                  </a:lnTo>
                  <a:cubicBezTo>
                    <a:pt x="336677" y="2497201"/>
                    <a:pt x="333629" y="2522347"/>
                    <a:pt x="330708" y="2547493"/>
                  </a:cubicBezTo>
                  <a:close/>
                  <a:moveTo>
                    <a:pt x="350012" y="2395728"/>
                  </a:moveTo>
                  <a:cubicBezTo>
                    <a:pt x="353568" y="2370455"/>
                    <a:pt x="357251" y="2345436"/>
                    <a:pt x="361061" y="2320417"/>
                  </a:cubicBezTo>
                  <a:lnTo>
                    <a:pt x="436372" y="2331847"/>
                  </a:lnTo>
                  <a:cubicBezTo>
                    <a:pt x="432562" y="2356485"/>
                    <a:pt x="429006" y="2381377"/>
                    <a:pt x="425450" y="2406269"/>
                  </a:cubicBezTo>
                  <a:close/>
                  <a:moveTo>
                    <a:pt x="448691" y="2254250"/>
                  </a:moveTo>
                  <a:cubicBezTo>
                    <a:pt x="452882" y="2228850"/>
                    <a:pt x="457200" y="2203577"/>
                    <a:pt x="461772" y="2178431"/>
                  </a:cubicBezTo>
                  <a:lnTo>
                    <a:pt x="536829" y="2191893"/>
                  </a:lnTo>
                  <a:cubicBezTo>
                    <a:pt x="532384" y="2216658"/>
                    <a:pt x="528066" y="2241677"/>
                    <a:pt x="523875" y="2266696"/>
                  </a:cubicBezTo>
                  <a:close/>
                  <a:moveTo>
                    <a:pt x="550926" y="2115947"/>
                  </a:moveTo>
                  <a:cubicBezTo>
                    <a:pt x="555752" y="2090928"/>
                    <a:pt x="560705" y="2066036"/>
                    <a:pt x="565785" y="2041271"/>
                  </a:cubicBezTo>
                  <a:lnTo>
                    <a:pt x="640461" y="2056638"/>
                  </a:lnTo>
                  <a:cubicBezTo>
                    <a:pt x="635381" y="2081022"/>
                    <a:pt x="630555" y="2105533"/>
                    <a:pt x="625729" y="2130298"/>
                  </a:cubicBezTo>
                  <a:close/>
                  <a:moveTo>
                    <a:pt x="656844" y="1979676"/>
                  </a:moveTo>
                  <a:cubicBezTo>
                    <a:pt x="662432" y="1954530"/>
                    <a:pt x="668147" y="1929511"/>
                    <a:pt x="673989" y="1904746"/>
                  </a:cubicBezTo>
                  <a:lnTo>
                    <a:pt x="748157" y="1922272"/>
                  </a:lnTo>
                  <a:cubicBezTo>
                    <a:pt x="742315" y="1946783"/>
                    <a:pt x="736727" y="1971421"/>
                    <a:pt x="731266" y="1996186"/>
                  </a:cubicBezTo>
                  <a:close/>
                  <a:moveTo>
                    <a:pt x="390906" y="1784731"/>
                  </a:moveTo>
                  <a:cubicBezTo>
                    <a:pt x="397129" y="1759839"/>
                    <a:pt x="403606" y="1735201"/>
                    <a:pt x="410083" y="1710690"/>
                  </a:cubicBezTo>
                  <a:lnTo>
                    <a:pt x="483743" y="1730375"/>
                  </a:lnTo>
                  <a:cubicBezTo>
                    <a:pt x="477266" y="1754505"/>
                    <a:pt x="471043" y="1778762"/>
                    <a:pt x="464820" y="1803273"/>
                  </a:cubicBezTo>
                  <a:close/>
                  <a:moveTo>
                    <a:pt x="504698" y="1654302"/>
                  </a:moveTo>
                  <a:cubicBezTo>
                    <a:pt x="511683" y="1629537"/>
                    <a:pt x="518922" y="1604899"/>
                    <a:pt x="526288" y="1580642"/>
                  </a:cubicBezTo>
                  <a:lnTo>
                    <a:pt x="599186" y="1602613"/>
                  </a:lnTo>
                  <a:cubicBezTo>
                    <a:pt x="591947" y="1626616"/>
                    <a:pt x="584835" y="1650746"/>
                    <a:pt x="577977" y="1675130"/>
                  </a:cubicBezTo>
                  <a:close/>
                  <a:moveTo>
                    <a:pt x="622046" y="1528953"/>
                  </a:moveTo>
                  <a:cubicBezTo>
                    <a:pt x="629793" y="1504569"/>
                    <a:pt x="637794" y="1480439"/>
                    <a:pt x="645922" y="1456436"/>
                  </a:cubicBezTo>
                  <a:lnTo>
                    <a:pt x="718058" y="1480820"/>
                  </a:lnTo>
                  <a:cubicBezTo>
                    <a:pt x="710057" y="1504315"/>
                    <a:pt x="702310" y="1528064"/>
                    <a:pt x="694690" y="1552067"/>
                  </a:cubicBezTo>
                  <a:close/>
                  <a:moveTo>
                    <a:pt x="743839" y="1406906"/>
                  </a:moveTo>
                  <a:cubicBezTo>
                    <a:pt x="752602" y="1382649"/>
                    <a:pt x="761365" y="1358519"/>
                    <a:pt x="770382" y="1334770"/>
                  </a:cubicBezTo>
                  <a:lnTo>
                    <a:pt x="841629" y="1361821"/>
                  </a:lnTo>
                  <a:cubicBezTo>
                    <a:pt x="832739" y="1385189"/>
                    <a:pt x="824103" y="1408811"/>
                    <a:pt x="815467" y="1432687"/>
                  </a:cubicBezTo>
                  <a:close/>
                  <a:moveTo>
                    <a:pt x="869950" y="1288796"/>
                  </a:moveTo>
                  <a:cubicBezTo>
                    <a:pt x="879602" y="1264793"/>
                    <a:pt x="889381" y="1241044"/>
                    <a:pt x="899287" y="1217676"/>
                  </a:cubicBezTo>
                  <a:lnTo>
                    <a:pt x="969391" y="1247521"/>
                  </a:lnTo>
                  <a:cubicBezTo>
                    <a:pt x="959612" y="1270508"/>
                    <a:pt x="950087" y="1293749"/>
                    <a:pt x="940562" y="1317244"/>
                  </a:cubicBezTo>
                  <a:close/>
                  <a:moveTo>
                    <a:pt x="1000760" y="1175512"/>
                  </a:moveTo>
                  <a:cubicBezTo>
                    <a:pt x="1011428" y="1151890"/>
                    <a:pt x="1022223" y="1128522"/>
                    <a:pt x="1033145" y="1105662"/>
                  </a:cubicBezTo>
                  <a:lnTo>
                    <a:pt x="1101979" y="1138428"/>
                  </a:lnTo>
                  <a:cubicBezTo>
                    <a:pt x="1091311" y="1160907"/>
                    <a:pt x="1080643" y="1183640"/>
                    <a:pt x="1070356" y="1206754"/>
                  </a:cubicBezTo>
                  <a:close/>
                  <a:moveTo>
                    <a:pt x="705231" y="919861"/>
                  </a:moveTo>
                  <a:cubicBezTo>
                    <a:pt x="716915" y="896747"/>
                    <a:pt x="728853" y="873887"/>
                    <a:pt x="740918" y="851535"/>
                  </a:cubicBezTo>
                  <a:lnTo>
                    <a:pt x="807974" y="887603"/>
                  </a:lnTo>
                  <a:cubicBezTo>
                    <a:pt x="796163" y="909447"/>
                    <a:pt x="784606" y="931672"/>
                    <a:pt x="773176" y="954278"/>
                  </a:cubicBezTo>
                  <a:close/>
                  <a:moveTo>
                    <a:pt x="846328" y="818388"/>
                  </a:moveTo>
                  <a:cubicBezTo>
                    <a:pt x="859282" y="795655"/>
                    <a:pt x="872490" y="773303"/>
                    <a:pt x="885952" y="751459"/>
                  </a:cubicBezTo>
                  <a:lnTo>
                    <a:pt x="950976" y="791210"/>
                  </a:lnTo>
                  <a:cubicBezTo>
                    <a:pt x="938022" y="812419"/>
                    <a:pt x="925195" y="834136"/>
                    <a:pt x="912495" y="856234"/>
                  </a:cubicBezTo>
                  <a:close/>
                  <a:moveTo>
                    <a:pt x="993267" y="724154"/>
                  </a:moveTo>
                  <a:cubicBezTo>
                    <a:pt x="1007491" y="702310"/>
                    <a:pt x="1021969" y="680974"/>
                    <a:pt x="1036701" y="660019"/>
                  </a:cubicBezTo>
                  <a:lnTo>
                    <a:pt x="1099058" y="703707"/>
                  </a:lnTo>
                  <a:cubicBezTo>
                    <a:pt x="1084834" y="723900"/>
                    <a:pt x="1070864" y="744601"/>
                    <a:pt x="1057021" y="765810"/>
                  </a:cubicBezTo>
                  <a:close/>
                  <a:moveTo>
                    <a:pt x="1146175" y="638810"/>
                  </a:moveTo>
                  <a:cubicBezTo>
                    <a:pt x="1161923" y="617982"/>
                    <a:pt x="1177925" y="597535"/>
                    <a:pt x="1194054" y="577850"/>
                  </a:cubicBezTo>
                  <a:lnTo>
                    <a:pt x="1253109" y="626110"/>
                  </a:lnTo>
                  <a:cubicBezTo>
                    <a:pt x="1237615" y="645160"/>
                    <a:pt x="1222248" y="664718"/>
                    <a:pt x="1207008" y="684784"/>
                  </a:cubicBezTo>
                  <a:close/>
                  <a:moveTo>
                    <a:pt x="1305179" y="564896"/>
                  </a:moveTo>
                  <a:cubicBezTo>
                    <a:pt x="1322705" y="545211"/>
                    <a:pt x="1340485" y="526034"/>
                    <a:pt x="1358392" y="507619"/>
                  </a:cubicBezTo>
                  <a:lnTo>
                    <a:pt x="1413002" y="560832"/>
                  </a:lnTo>
                  <a:cubicBezTo>
                    <a:pt x="1395857" y="578358"/>
                    <a:pt x="1378966" y="596646"/>
                    <a:pt x="1362075" y="615569"/>
                  </a:cubicBezTo>
                  <a:close/>
                  <a:moveTo>
                    <a:pt x="1471295" y="503682"/>
                  </a:moveTo>
                  <a:cubicBezTo>
                    <a:pt x="1490599" y="485648"/>
                    <a:pt x="1510284" y="468503"/>
                    <a:pt x="1529969" y="451993"/>
                  </a:cubicBezTo>
                  <a:lnTo>
                    <a:pt x="1578737" y="510540"/>
                  </a:lnTo>
                  <a:cubicBezTo>
                    <a:pt x="1560068" y="526034"/>
                    <a:pt x="1541526" y="542417"/>
                    <a:pt x="1523111" y="559435"/>
                  </a:cubicBezTo>
                  <a:close/>
                  <a:moveTo>
                    <a:pt x="1643507" y="459486"/>
                  </a:moveTo>
                  <a:cubicBezTo>
                    <a:pt x="1664843" y="443738"/>
                    <a:pt x="1686433" y="429006"/>
                    <a:pt x="1708277" y="415036"/>
                  </a:cubicBezTo>
                  <a:lnTo>
                    <a:pt x="1749298" y="479298"/>
                  </a:lnTo>
                  <a:cubicBezTo>
                    <a:pt x="1728978" y="492252"/>
                    <a:pt x="1708785" y="506095"/>
                    <a:pt x="1688719" y="520827"/>
                  </a:cubicBezTo>
                  <a:close/>
                  <a:moveTo>
                    <a:pt x="1408811" y="108585"/>
                  </a:moveTo>
                  <a:cubicBezTo>
                    <a:pt x="1432306" y="95885"/>
                    <a:pt x="1456055" y="84328"/>
                    <a:pt x="1480058" y="73660"/>
                  </a:cubicBezTo>
                  <a:lnTo>
                    <a:pt x="1510792" y="143383"/>
                  </a:lnTo>
                  <a:cubicBezTo>
                    <a:pt x="1488694" y="153162"/>
                    <a:pt x="1466850" y="163830"/>
                    <a:pt x="1445006" y="175641"/>
                  </a:cubicBezTo>
                  <a:close/>
                  <a:moveTo>
                    <a:pt x="1590167" y="111887"/>
                  </a:moveTo>
                  <a:cubicBezTo>
                    <a:pt x="1615440" y="103251"/>
                    <a:pt x="1640967" y="95758"/>
                    <a:pt x="1666621" y="89535"/>
                  </a:cubicBezTo>
                  <a:lnTo>
                    <a:pt x="1684528" y="163576"/>
                  </a:lnTo>
                  <a:cubicBezTo>
                    <a:pt x="1661160" y="169291"/>
                    <a:pt x="1637919" y="176022"/>
                    <a:pt x="1614805" y="183896"/>
                  </a:cubicBezTo>
                  <a:close/>
                  <a:moveTo>
                    <a:pt x="1708785" y="7366"/>
                  </a:moveTo>
                  <a:cubicBezTo>
                    <a:pt x="1735074" y="3556"/>
                    <a:pt x="1761617" y="1143"/>
                    <a:pt x="1788287" y="0"/>
                  </a:cubicBezTo>
                  <a:lnTo>
                    <a:pt x="1791589" y="76073"/>
                  </a:lnTo>
                  <a:cubicBezTo>
                    <a:pt x="1767459" y="77089"/>
                    <a:pt x="1743456" y="79375"/>
                    <a:pt x="1719580" y="82804"/>
                  </a:cubicBezTo>
                  <a:close/>
                  <a:moveTo>
                    <a:pt x="1868297" y="381"/>
                  </a:moveTo>
                  <a:cubicBezTo>
                    <a:pt x="1894967" y="1778"/>
                    <a:pt x="1921383" y="4572"/>
                    <a:pt x="1947672" y="8636"/>
                  </a:cubicBezTo>
                  <a:lnTo>
                    <a:pt x="1936115" y="83947"/>
                  </a:lnTo>
                  <a:cubicBezTo>
                    <a:pt x="1912239" y="80264"/>
                    <a:pt x="1888236" y="77724"/>
                    <a:pt x="1864106" y="76454"/>
                  </a:cubicBezTo>
                  <a:close/>
                  <a:moveTo>
                    <a:pt x="2025777" y="24511"/>
                  </a:moveTo>
                  <a:cubicBezTo>
                    <a:pt x="2051431" y="30988"/>
                    <a:pt x="2076831" y="38735"/>
                    <a:pt x="2101977" y="47498"/>
                  </a:cubicBezTo>
                  <a:lnTo>
                    <a:pt x="2076704" y="119380"/>
                  </a:lnTo>
                  <a:cubicBezTo>
                    <a:pt x="2053717" y="111252"/>
                    <a:pt x="2030476" y="104267"/>
                    <a:pt x="2007108" y="98298"/>
                  </a:cubicBezTo>
                  <a:close/>
                  <a:moveTo>
                    <a:pt x="2156968" y="150876"/>
                  </a:moveTo>
                  <a:cubicBezTo>
                    <a:pt x="2180844" y="161671"/>
                    <a:pt x="2204466" y="173482"/>
                    <a:pt x="2227834" y="186309"/>
                  </a:cubicBezTo>
                  <a:lnTo>
                    <a:pt x="2191131" y="253111"/>
                  </a:lnTo>
                  <a:cubicBezTo>
                    <a:pt x="2169414" y="241173"/>
                    <a:pt x="2147570" y="230251"/>
                    <a:pt x="2125599" y="220345"/>
                  </a:cubicBezTo>
                  <a:close/>
                  <a:moveTo>
                    <a:pt x="2264283" y="296418"/>
                  </a:moveTo>
                  <a:cubicBezTo>
                    <a:pt x="2286000" y="310515"/>
                    <a:pt x="2307463" y="325501"/>
                    <a:pt x="2328799" y="341249"/>
                  </a:cubicBezTo>
                  <a:lnTo>
                    <a:pt x="2283206" y="402336"/>
                  </a:lnTo>
                  <a:cubicBezTo>
                    <a:pt x="2263267" y="387477"/>
                    <a:pt x="2243074" y="373380"/>
                    <a:pt x="2222881" y="360299"/>
                  </a:cubicBezTo>
                  <a:close/>
                  <a:moveTo>
                    <a:pt x="2348611" y="453898"/>
                  </a:moveTo>
                  <a:cubicBezTo>
                    <a:pt x="2368296" y="470535"/>
                    <a:pt x="2387727" y="487807"/>
                    <a:pt x="2407031" y="505841"/>
                  </a:cubicBezTo>
                  <a:lnTo>
                    <a:pt x="2354834" y="561340"/>
                  </a:lnTo>
                  <a:cubicBezTo>
                    <a:pt x="2336546" y="544195"/>
                    <a:pt x="2318131" y="527812"/>
                    <a:pt x="2299589" y="512064"/>
                  </a:cubicBezTo>
                  <a:close/>
                  <a:moveTo>
                    <a:pt x="2413508" y="618998"/>
                  </a:moveTo>
                  <a:cubicBezTo>
                    <a:pt x="2431415" y="637540"/>
                    <a:pt x="2449068" y="656717"/>
                    <a:pt x="2466467" y="676529"/>
                  </a:cubicBezTo>
                  <a:lnTo>
                    <a:pt x="2409317" y="726821"/>
                  </a:lnTo>
                  <a:cubicBezTo>
                    <a:pt x="2392553" y="707898"/>
                    <a:pt x="2375789" y="689483"/>
                    <a:pt x="2358644" y="671830"/>
                  </a:cubicBezTo>
                  <a:close/>
                  <a:moveTo>
                    <a:pt x="2461641" y="788670"/>
                  </a:moveTo>
                  <a:cubicBezTo>
                    <a:pt x="2477643" y="808482"/>
                    <a:pt x="2493518" y="828929"/>
                    <a:pt x="2509266" y="849757"/>
                  </a:cubicBezTo>
                  <a:lnTo>
                    <a:pt x="2448306" y="895477"/>
                  </a:lnTo>
                  <a:cubicBezTo>
                    <a:pt x="2433193" y="875284"/>
                    <a:pt x="2417953" y="855726"/>
                    <a:pt x="2402459" y="836676"/>
                  </a:cubicBezTo>
                  <a:close/>
                  <a:moveTo>
                    <a:pt x="2495550" y="960755"/>
                  </a:moveTo>
                  <a:cubicBezTo>
                    <a:pt x="2510155" y="981710"/>
                    <a:pt x="2524633" y="1003300"/>
                    <a:pt x="2538857" y="1025271"/>
                  </a:cubicBezTo>
                  <a:lnTo>
                    <a:pt x="2474976" y="1066800"/>
                  </a:lnTo>
                  <a:cubicBezTo>
                    <a:pt x="2461133" y="1045464"/>
                    <a:pt x="2447163" y="1024763"/>
                    <a:pt x="2433066" y="1004443"/>
                  </a:cubicBezTo>
                  <a:close/>
                  <a:moveTo>
                    <a:pt x="2517267" y="1134110"/>
                  </a:moveTo>
                  <a:cubicBezTo>
                    <a:pt x="2530602" y="1156081"/>
                    <a:pt x="2543683" y="1178433"/>
                    <a:pt x="2556637" y="1201166"/>
                  </a:cubicBezTo>
                  <a:lnTo>
                    <a:pt x="2490343" y="1238885"/>
                  </a:lnTo>
                  <a:cubicBezTo>
                    <a:pt x="2477770" y="1216787"/>
                    <a:pt x="2464943" y="1195070"/>
                    <a:pt x="2452116" y="1173734"/>
                  </a:cubicBezTo>
                  <a:close/>
                  <a:moveTo>
                    <a:pt x="2528824" y="1308354"/>
                  </a:moveTo>
                  <a:cubicBezTo>
                    <a:pt x="2540889" y="1330833"/>
                    <a:pt x="2552700" y="1353693"/>
                    <a:pt x="2564384" y="1376807"/>
                  </a:cubicBezTo>
                  <a:lnTo>
                    <a:pt x="2496312" y="1411097"/>
                  </a:lnTo>
                  <a:cubicBezTo>
                    <a:pt x="2484882" y="1388491"/>
                    <a:pt x="2473325" y="1366139"/>
                    <a:pt x="2461641" y="1344295"/>
                  </a:cubicBezTo>
                  <a:close/>
                  <a:moveTo>
                    <a:pt x="2530983" y="1482090"/>
                  </a:moveTo>
                  <a:cubicBezTo>
                    <a:pt x="2541905" y="1505077"/>
                    <a:pt x="2552573" y="1528445"/>
                    <a:pt x="2563241" y="1552067"/>
                  </a:cubicBezTo>
                  <a:lnTo>
                    <a:pt x="2493645" y="1583182"/>
                  </a:lnTo>
                  <a:cubicBezTo>
                    <a:pt x="2483358" y="1560068"/>
                    <a:pt x="2472817" y="1537208"/>
                    <a:pt x="2462149" y="1514729"/>
                  </a:cubicBezTo>
                  <a:close/>
                  <a:moveTo>
                    <a:pt x="2525014" y="1655318"/>
                  </a:moveTo>
                  <a:cubicBezTo>
                    <a:pt x="2534920" y="1678813"/>
                    <a:pt x="2544699" y="1702562"/>
                    <a:pt x="2554224" y="1726565"/>
                  </a:cubicBezTo>
                  <a:lnTo>
                    <a:pt x="2483485" y="1754759"/>
                  </a:lnTo>
                  <a:cubicBezTo>
                    <a:pt x="2474087" y="1731264"/>
                    <a:pt x="2464562" y="1707896"/>
                    <a:pt x="2454783" y="1684909"/>
                  </a:cubicBezTo>
                  <a:close/>
                  <a:moveTo>
                    <a:pt x="2511806" y="1827784"/>
                  </a:moveTo>
                  <a:cubicBezTo>
                    <a:pt x="2520823" y="1851533"/>
                    <a:pt x="2529586" y="1875663"/>
                    <a:pt x="2538222" y="1900047"/>
                  </a:cubicBezTo>
                  <a:lnTo>
                    <a:pt x="2466467" y="1925574"/>
                  </a:lnTo>
                  <a:cubicBezTo>
                    <a:pt x="2457958" y="1901698"/>
                    <a:pt x="2449322" y="1878076"/>
                    <a:pt x="2440559" y="1854708"/>
                  </a:cubicBezTo>
                  <a:close/>
                  <a:moveTo>
                    <a:pt x="2492121" y="1999615"/>
                  </a:moveTo>
                  <a:cubicBezTo>
                    <a:pt x="2500122" y="2023491"/>
                    <a:pt x="2507996" y="2047621"/>
                    <a:pt x="2515743" y="2072005"/>
                  </a:cubicBezTo>
                  <a:lnTo>
                    <a:pt x="2443099" y="2095119"/>
                  </a:lnTo>
                  <a:cubicBezTo>
                    <a:pt x="2435479" y="2071116"/>
                    <a:pt x="2427732" y="2047494"/>
                    <a:pt x="2419858" y="2023999"/>
                  </a:cubicBezTo>
                  <a:close/>
                  <a:moveTo>
                    <a:pt x="2465959" y="2169033"/>
                  </a:moveTo>
                  <a:cubicBezTo>
                    <a:pt x="2473325" y="2193417"/>
                    <a:pt x="2480437" y="2218055"/>
                    <a:pt x="2487422" y="2242820"/>
                  </a:cubicBezTo>
                  <a:lnTo>
                    <a:pt x="2414143" y="2263521"/>
                  </a:lnTo>
                  <a:cubicBezTo>
                    <a:pt x="2407285" y="2239137"/>
                    <a:pt x="2400173" y="2214880"/>
                    <a:pt x="2392934" y="2190877"/>
                  </a:cubicBezTo>
                  <a:close/>
                  <a:moveTo>
                    <a:pt x="2434971" y="2339721"/>
                  </a:moveTo>
                  <a:cubicBezTo>
                    <a:pt x="2441448" y="2364105"/>
                    <a:pt x="2447798" y="2388743"/>
                    <a:pt x="2454021" y="2413508"/>
                  </a:cubicBezTo>
                  <a:lnTo>
                    <a:pt x="2380107" y="2432050"/>
                  </a:lnTo>
                  <a:cubicBezTo>
                    <a:pt x="2374011" y="2407666"/>
                    <a:pt x="2367788" y="2383409"/>
                    <a:pt x="2361311" y="2359406"/>
                  </a:cubicBezTo>
                  <a:close/>
                  <a:moveTo>
                    <a:pt x="2398268" y="2507234"/>
                  </a:moveTo>
                  <a:cubicBezTo>
                    <a:pt x="2404110" y="2532126"/>
                    <a:pt x="2409825" y="2557145"/>
                    <a:pt x="2415286" y="2582291"/>
                  </a:cubicBezTo>
                  <a:lnTo>
                    <a:pt x="2340864" y="2598674"/>
                  </a:lnTo>
                  <a:cubicBezTo>
                    <a:pt x="2335403" y="2573782"/>
                    <a:pt x="2329815" y="2549144"/>
                    <a:pt x="2324100" y="2524633"/>
                  </a:cubicBezTo>
                  <a:close/>
                  <a:moveTo>
                    <a:pt x="2357374" y="2675890"/>
                  </a:moveTo>
                  <a:cubicBezTo>
                    <a:pt x="2362454" y="2700528"/>
                    <a:pt x="2367407" y="2725293"/>
                    <a:pt x="2372106" y="2750312"/>
                  </a:cubicBezTo>
                  <a:lnTo>
                    <a:pt x="2297303" y="2764663"/>
                  </a:lnTo>
                  <a:cubicBezTo>
                    <a:pt x="2292604" y="2740025"/>
                    <a:pt x="2287778" y="2715514"/>
                    <a:pt x="2282698" y="2691257"/>
                  </a:cubicBezTo>
                  <a:close/>
                  <a:moveTo>
                    <a:pt x="2311273" y="2840736"/>
                  </a:moveTo>
                  <a:cubicBezTo>
                    <a:pt x="2315718" y="2865882"/>
                    <a:pt x="2320036" y="2891155"/>
                    <a:pt x="2324227" y="2916682"/>
                  </a:cubicBezTo>
                  <a:lnTo>
                    <a:pt x="2249043" y="2929001"/>
                  </a:lnTo>
                  <a:cubicBezTo>
                    <a:pt x="2244979" y="2903855"/>
                    <a:pt x="2240661" y="2878963"/>
                    <a:pt x="2236216" y="2854071"/>
                  </a:cubicBezTo>
                  <a:close/>
                  <a:moveTo>
                    <a:pt x="2261235" y="3006725"/>
                  </a:moveTo>
                  <a:cubicBezTo>
                    <a:pt x="2265045" y="3031617"/>
                    <a:pt x="2268601" y="3056636"/>
                    <a:pt x="2272157" y="3081909"/>
                  </a:cubicBezTo>
                  <a:lnTo>
                    <a:pt x="2196719" y="3092323"/>
                  </a:lnTo>
                  <a:cubicBezTo>
                    <a:pt x="2193290" y="3067431"/>
                    <a:pt x="2189734" y="3042666"/>
                    <a:pt x="2185924" y="3018155"/>
                  </a:cubicBezTo>
                  <a:close/>
                  <a:moveTo>
                    <a:pt x="2206752" y="3168904"/>
                  </a:moveTo>
                  <a:cubicBezTo>
                    <a:pt x="2209927" y="3194177"/>
                    <a:pt x="2212975" y="3219704"/>
                    <a:pt x="2215896" y="3245231"/>
                  </a:cubicBezTo>
                  <a:lnTo>
                    <a:pt x="2140204" y="3253867"/>
                  </a:lnTo>
                  <a:cubicBezTo>
                    <a:pt x="2137283" y="3228594"/>
                    <a:pt x="2134362" y="3203448"/>
                    <a:pt x="2131187" y="3178429"/>
                  </a:cubicBezTo>
                  <a:close/>
                  <a:moveTo>
                    <a:pt x="2148586" y="3331718"/>
                  </a:moveTo>
                  <a:cubicBezTo>
                    <a:pt x="2151126" y="3356864"/>
                    <a:pt x="2153539" y="3382264"/>
                    <a:pt x="2155825" y="3407664"/>
                  </a:cubicBezTo>
                  <a:lnTo>
                    <a:pt x="2079879" y="3414522"/>
                  </a:lnTo>
                  <a:cubicBezTo>
                    <a:pt x="2077593" y="3389376"/>
                    <a:pt x="2075180" y="3364484"/>
                    <a:pt x="2072767" y="3339592"/>
                  </a:cubicBezTo>
                  <a:close/>
                  <a:moveTo>
                    <a:pt x="2086356" y="3491357"/>
                  </a:moveTo>
                  <a:cubicBezTo>
                    <a:pt x="2088388" y="3516757"/>
                    <a:pt x="2090166" y="3542284"/>
                    <a:pt x="2091817" y="3567811"/>
                  </a:cubicBezTo>
                  <a:lnTo>
                    <a:pt x="2015744" y="3572891"/>
                  </a:lnTo>
                  <a:cubicBezTo>
                    <a:pt x="2014093" y="3547618"/>
                    <a:pt x="2012188" y="3522345"/>
                    <a:pt x="2010283" y="3497199"/>
                  </a:cubicBezTo>
                  <a:close/>
                  <a:moveTo>
                    <a:pt x="2020443" y="3650742"/>
                  </a:moveTo>
                  <a:cubicBezTo>
                    <a:pt x="2021840" y="3676142"/>
                    <a:pt x="2023110" y="3701669"/>
                    <a:pt x="2024253" y="3727323"/>
                  </a:cubicBezTo>
                  <a:lnTo>
                    <a:pt x="1948180" y="3730625"/>
                  </a:lnTo>
                  <a:cubicBezTo>
                    <a:pt x="1947037" y="3705352"/>
                    <a:pt x="1945894" y="3680079"/>
                    <a:pt x="1944497" y="3654933"/>
                  </a:cubicBezTo>
                  <a:close/>
                  <a:moveTo>
                    <a:pt x="1951101" y="3807587"/>
                  </a:moveTo>
                  <a:cubicBezTo>
                    <a:pt x="1951863" y="3832987"/>
                    <a:pt x="1952625" y="3858514"/>
                    <a:pt x="1953133" y="3884041"/>
                  </a:cubicBezTo>
                  <a:lnTo>
                    <a:pt x="1876933" y="3885692"/>
                  </a:lnTo>
                  <a:cubicBezTo>
                    <a:pt x="1876425" y="3860419"/>
                    <a:pt x="1875790" y="3835146"/>
                    <a:pt x="1874901" y="3810000"/>
                  </a:cubicBezTo>
                  <a:close/>
                  <a:moveTo>
                    <a:pt x="1878076" y="3963543"/>
                  </a:moveTo>
                  <a:cubicBezTo>
                    <a:pt x="1878330" y="3986530"/>
                    <a:pt x="1878457" y="4009517"/>
                    <a:pt x="1878457" y="4032631"/>
                  </a:cubicBezTo>
                  <a:lnTo>
                    <a:pt x="1840357" y="4032631"/>
                  </a:lnTo>
                  <a:lnTo>
                    <a:pt x="1878457" y="4032631"/>
                  </a:lnTo>
                  <a:cubicBezTo>
                    <a:pt x="1878457" y="4035425"/>
                    <a:pt x="1878457" y="4038219"/>
                    <a:pt x="1878457" y="4040886"/>
                  </a:cubicBezTo>
                  <a:lnTo>
                    <a:pt x="1802257" y="4040759"/>
                  </a:lnTo>
                  <a:cubicBezTo>
                    <a:pt x="1802257" y="4037965"/>
                    <a:pt x="1802257" y="4035298"/>
                    <a:pt x="1802257" y="4032504"/>
                  </a:cubicBezTo>
                  <a:cubicBezTo>
                    <a:pt x="1802257" y="4009644"/>
                    <a:pt x="1802130" y="3986911"/>
                    <a:pt x="1801876" y="3964178"/>
                  </a:cubicBezTo>
                  <a:close/>
                  <a:moveTo>
                    <a:pt x="1801749" y="4118864"/>
                  </a:moveTo>
                  <a:cubicBezTo>
                    <a:pt x="1801495" y="4144518"/>
                    <a:pt x="1800987" y="4170172"/>
                    <a:pt x="1800352" y="4195699"/>
                  </a:cubicBezTo>
                  <a:lnTo>
                    <a:pt x="1724152" y="4193921"/>
                  </a:lnTo>
                  <a:cubicBezTo>
                    <a:pt x="1724787" y="4168648"/>
                    <a:pt x="1725168" y="4143248"/>
                    <a:pt x="1725549" y="4117848"/>
                  </a:cubicBezTo>
                  <a:close/>
                  <a:moveTo>
                    <a:pt x="1721993" y="4271137"/>
                  </a:moveTo>
                  <a:cubicBezTo>
                    <a:pt x="1721104" y="4296537"/>
                    <a:pt x="1720088" y="4321810"/>
                    <a:pt x="1718945" y="4347083"/>
                  </a:cubicBezTo>
                  <a:lnTo>
                    <a:pt x="1642872" y="4343654"/>
                  </a:lnTo>
                  <a:cubicBezTo>
                    <a:pt x="1644015" y="4318762"/>
                    <a:pt x="1645031" y="4293616"/>
                    <a:pt x="1645920" y="4268597"/>
                  </a:cubicBezTo>
                  <a:close/>
                  <a:moveTo>
                    <a:pt x="3424936" y="3696335"/>
                  </a:moveTo>
                  <a:cubicBezTo>
                    <a:pt x="3423412" y="3722116"/>
                    <a:pt x="3421888" y="3747770"/>
                    <a:pt x="3420110" y="3773297"/>
                  </a:cubicBezTo>
                  <a:lnTo>
                    <a:pt x="3344037" y="3768090"/>
                  </a:lnTo>
                  <a:cubicBezTo>
                    <a:pt x="3345815" y="3742817"/>
                    <a:pt x="3347339" y="3717417"/>
                    <a:pt x="3348863" y="3692017"/>
                  </a:cubicBezTo>
                  <a:close/>
                  <a:moveTo>
                    <a:pt x="3338322" y="3845306"/>
                  </a:moveTo>
                  <a:cubicBezTo>
                    <a:pt x="3336290" y="3870706"/>
                    <a:pt x="3334131" y="3895979"/>
                    <a:pt x="3331845" y="3921125"/>
                  </a:cubicBezTo>
                  <a:lnTo>
                    <a:pt x="3256026" y="3914140"/>
                  </a:lnTo>
                  <a:cubicBezTo>
                    <a:pt x="3258312" y="3889248"/>
                    <a:pt x="3260471" y="3864229"/>
                    <a:pt x="3262503" y="3839210"/>
                  </a:cubicBezTo>
                  <a:close/>
                  <a:moveTo>
                    <a:pt x="3248533" y="3991229"/>
                  </a:moveTo>
                  <a:cubicBezTo>
                    <a:pt x="3245866" y="4017010"/>
                    <a:pt x="3243072" y="4042537"/>
                    <a:pt x="3240024" y="4068064"/>
                  </a:cubicBezTo>
                  <a:lnTo>
                    <a:pt x="3164332" y="4059301"/>
                  </a:lnTo>
                  <a:cubicBezTo>
                    <a:pt x="3167253" y="4034155"/>
                    <a:pt x="3170047" y="4008755"/>
                    <a:pt x="3172714" y="3983355"/>
                  </a:cubicBezTo>
                  <a:close/>
                  <a:moveTo>
                    <a:pt x="3154934" y="4136390"/>
                  </a:moveTo>
                  <a:cubicBezTo>
                    <a:pt x="3151632" y="4161663"/>
                    <a:pt x="3148330" y="4186809"/>
                    <a:pt x="3144774" y="4211828"/>
                  </a:cubicBezTo>
                  <a:lnTo>
                    <a:pt x="3069336" y="4201160"/>
                  </a:lnTo>
                  <a:cubicBezTo>
                    <a:pt x="3072765" y="4176395"/>
                    <a:pt x="3076194" y="4151630"/>
                    <a:pt x="3079369" y="4126611"/>
                  </a:cubicBezTo>
                  <a:close/>
                  <a:moveTo>
                    <a:pt x="3058033" y="4277614"/>
                  </a:moveTo>
                  <a:cubicBezTo>
                    <a:pt x="3054096" y="4303268"/>
                    <a:pt x="3050032" y="4328795"/>
                    <a:pt x="3045714" y="4354195"/>
                  </a:cubicBezTo>
                  <a:lnTo>
                    <a:pt x="2970530" y="4341622"/>
                  </a:lnTo>
                  <a:cubicBezTo>
                    <a:pt x="2974721" y="4316603"/>
                    <a:pt x="2978785" y="4291330"/>
                    <a:pt x="2982722" y="4266057"/>
                  </a:cubicBezTo>
                  <a:close/>
                  <a:moveTo>
                    <a:pt x="2957322" y="4418330"/>
                  </a:moveTo>
                  <a:cubicBezTo>
                    <a:pt x="2952750" y="4443476"/>
                    <a:pt x="2948178" y="4468368"/>
                    <a:pt x="2943352" y="4493133"/>
                  </a:cubicBezTo>
                  <a:lnTo>
                    <a:pt x="2868549" y="4478655"/>
                  </a:lnTo>
                  <a:cubicBezTo>
                    <a:pt x="2873248" y="4454144"/>
                    <a:pt x="2877947" y="4429506"/>
                    <a:pt x="2882392" y="4404741"/>
                  </a:cubicBezTo>
                  <a:close/>
                  <a:moveTo>
                    <a:pt x="2853309" y="4554474"/>
                  </a:moveTo>
                  <a:cubicBezTo>
                    <a:pt x="2847975" y="4580001"/>
                    <a:pt x="2842514" y="4605274"/>
                    <a:pt x="2836926" y="4630420"/>
                  </a:cubicBezTo>
                  <a:lnTo>
                    <a:pt x="2762504" y="4613783"/>
                  </a:lnTo>
                  <a:cubicBezTo>
                    <a:pt x="2768092" y="4589018"/>
                    <a:pt x="2773426" y="4563999"/>
                    <a:pt x="2778633" y="4538980"/>
                  </a:cubicBezTo>
                  <a:close/>
                  <a:moveTo>
                    <a:pt x="2744978" y="4689729"/>
                  </a:moveTo>
                  <a:cubicBezTo>
                    <a:pt x="2739136" y="4714494"/>
                    <a:pt x="2733040" y="4739132"/>
                    <a:pt x="2726817" y="4763516"/>
                  </a:cubicBezTo>
                  <a:lnTo>
                    <a:pt x="2652903" y="4744847"/>
                  </a:lnTo>
                  <a:cubicBezTo>
                    <a:pt x="2658999" y="4720717"/>
                    <a:pt x="2664968" y="4696460"/>
                    <a:pt x="2670810" y="4672076"/>
                  </a:cubicBezTo>
                  <a:close/>
                  <a:moveTo>
                    <a:pt x="2633218" y="4820158"/>
                  </a:moveTo>
                  <a:cubicBezTo>
                    <a:pt x="2626487" y="4845304"/>
                    <a:pt x="2619502" y="4870196"/>
                    <a:pt x="2612390" y="4894961"/>
                  </a:cubicBezTo>
                  <a:lnTo>
                    <a:pt x="2539111" y="4874006"/>
                  </a:lnTo>
                  <a:cubicBezTo>
                    <a:pt x="2546096" y="4849622"/>
                    <a:pt x="2552954" y="4825111"/>
                    <a:pt x="2559558" y="4800346"/>
                  </a:cubicBezTo>
                  <a:close/>
                  <a:moveTo>
                    <a:pt x="2517140" y="4948682"/>
                  </a:moveTo>
                  <a:cubicBezTo>
                    <a:pt x="2509774" y="4972939"/>
                    <a:pt x="2502281" y="4997069"/>
                    <a:pt x="2494534" y="5020945"/>
                  </a:cubicBezTo>
                  <a:lnTo>
                    <a:pt x="2422017" y="4997577"/>
                  </a:lnTo>
                  <a:cubicBezTo>
                    <a:pt x="2429510" y="4974082"/>
                    <a:pt x="2437003" y="4950333"/>
                    <a:pt x="2444242" y="4926457"/>
                  </a:cubicBezTo>
                  <a:close/>
                  <a:moveTo>
                    <a:pt x="2397633" y="5071364"/>
                  </a:moveTo>
                  <a:cubicBezTo>
                    <a:pt x="2389378" y="5095748"/>
                    <a:pt x="2380869" y="5120005"/>
                    <a:pt x="2372233" y="5143881"/>
                  </a:cubicBezTo>
                  <a:lnTo>
                    <a:pt x="2300605" y="5118100"/>
                  </a:lnTo>
                  <a:cubicBezTo>
                    <a:pt x="2309114" y="5094605"/>
                    <a:pt x="2317369" y="5070856"/>
                    <a:pt x="2325624" y="5046853"/>
                  </a:cubicBezTo>
                  <a:close/>
                  <a:moveTo>
                    <a:pt x="2273427" y="5191506"/>
                  </a:moveTo>
                  <a:cubicBezTo>
                    <a:pt x="2264156" y="5215636"/>
                    <a:pt x="2254885" y="5239512"/>
                    <a:pt x="2245360" y="5263134"/>
                  </a:cubicBezTo>
                  <a:lnTo>
                    <a:pt x="2174748" y="5234559"/>
                  </a:lnTo>
                  <a:cubicBezTo>
                    <a:pt x="2184146" y="5211445"/>
                    <a:pt x="2193290" y="5187950"/>
                    <a:pt x="2202307" y="5164328"/>
                  </a:cubicBezTo>
                  <a:close/>
                  <a:moveTo>
                    <a:pt x="2144649" y="5307076"/>
                  </a:moveTo>
                  <a:cubicBezTo>
                    <a:pt x="2134489" y="5330825"/>
                    <a:pt x="2124202" y="5354320"/>
                    <a:pt x="2113661" y="5377561"/>
                  </a:cubicBezTo>
                  <a:lnTo>
                    <a:pt x="2044192" y="5346065"/>
                  </a:lnTo>
                  <a:cubicBezTo>
                    <a:pt x="2054479" y="5323332"/>
                    <a:pt x="2064639" y="5300345"/>
                    <a:pt x="2074545" y="5277104"/>
                  </a:cubicBezTo>
                  <a:close/>
                  <a:moveTo>
                    <a:pt x="2010918" y="5417439"/>
                  </a:moveTo>
                  <a:cubicBezTo>
                    <a:pt x="1999742" y="5440807"/>
                    <a:pt x="1988312" y="5463921"/>
                    <a:pt x="1976755" y="5486527"/>
                  </a:cubicBezTo>
                  <a:lnTo>
                    <a:pt x="1908810" y="5451983"/>
                  </a:lnTo>
                  <a:cubicBezTo>
                    <a:pt x="1920113" y="5429885"/>
                    <a:pt x="1931289" y="5407279"/>
                    <a:pt x="1942211" y="5384546"/>
                  </a:cubicBezTo>
                  <a:close/>
                  <a:moveTo>
                    <a:pt x="1872107" y="5521960"/>
                  </a:moveTo>
                  <a:cubicBezTo>
                    <a:pt x="1859788" y="5544820"/>
                    <a:pt x="1847215" y="5567299"/>
                    <a:pt x="1834388" y="5589397"/>
                  </a:cubicBezTo>
                  <a:lnTo>
                    <a:pt x="1768348" y="5551297"/>
                  </a:lnTo>
                  <a:cubicBezTo>
                    <a:pt x="1780794" y="5529834"/>
                    <a:pt x="1792986" y="5507990"/>
                    <a:pt x="1805051" y="5485638"/>
                  </a:cubicBezTo>
                  <a:close/>
                  <a:moveTo>
                    <a:pt x="1727581" y="5619877"/>
                  </a:moveTo>
                  <a:cubicBezTo>
                    <a:pt x="1713992" y="5641975"/>
                    <a:pt x="1700149" y="5663692"/>
                    <a:pt x="1686179" y="5685028"/>
                  </a:cubicBezTo>
                  <a:lnTo>
                    <a:pt x="1622552" y="5643118"/>
                  </a:lnTo>
                  <a:cubicBezTo>
                    <a:pt x="1636141" y="5622544"/>
                    <a:pt x="1649476" y="5601462"/>
                    <a:pt x="1662811" y="5579999"/>
                  </a:cubicBezTo>
                  <a:close/>
                  <a:moveTo>
                    <a:pt x="1577848" y="5709031"/>
                  </a:moveTo>
                  <a:cubicBezTo>
                    <a:pt x="1562735" y="5730494"/>
                    <a:pt x="1547368" y="5751449"/>
                    <a:pt x="1531874" y="5771769"/>
                  </a:cubicBezTo>
                  <a:lnTo>
                    <a:pt x="1471295" y="5725541"/>
                  </a:lnTo>
                  <a:cubicBezTo>
                    <a:pt x="1486281" y="5705856"/>
                    <a:pt x="1501140" y="5685663"/>
                    <a:pt x="1515745" y="5664962"/>
                  </a:cubicBezTo>
                  <a:close/>
                  <a:moveTo>
                    <a:pt x="1421511" y="5788660"/>
                  </a:moveTo>
                  <a:cubicBezTo>
                    <a:pt x="1404874" y="5808853"/>
                    <a:pt x="1387983" y="5828411"/>
                    <a:pt x="1370965" y="5847461"/>
                  </a:cubicBezTo>
                  <a:lnTo>
                    <a:pt x="1314196" y="5796534"/>
                  </a:lnTo>
                  <a:cubicBezTo>
                    <a:pt x="1330452" y="5778373"/>
                    <a:pt x="1346708" y="5759577"/>
                    <a:pt x="1362710" y="5740146"/>
                  </a:cubicBezTo>
                  <a:close/>
                  <a:moveTo>
                    <a:pt x="1258824" y="5855843"/>
                  </a:moveTo>
                  <a:cubicBezTo>
                    <a:pt x="1240282" y="5874639"/>
                    <a:pt x="1221486" y="5892800"/>
                    <a:pt x="1202563" y="5910326"/>
                  </a:cubicBezTo>
                  <a:lnTo>
                    <a:pt x="1151001" y="5854192"/>
                  </a:lnTo>
                  <a:cubicBezTo>
                    <a:pt x="1169035" y="5837682"/>
                    <a:pt x="1186815" y="5820410"/>
                    <a:pt x="1204468" y="5802376"/>
                  </a:cubicBezTo>
                  <a:close/>
                  <a:moveTo>
                    <a:pt x="1089152" y="5908167"/>
                  </a:moveTo>
                  <a:cubicBezTo>
                    <a:pt x="1068705" y="5924931"/>
                    <a:pt x="1048004" y="5940933"/>
                    <a:pt x="1027049" y="5956173"/>
                  </a:cubicBezTo>
                  <a:lnTo>
                    <a:pt x="982345" y="5894451"/>
                  </a:lnTo>
                  <a:cubicBezTo>
                    <a:pt x="1001903" y="5880227"/>
                    <a:pt x="1021461" y="5865241"/>
                    <a:pt x="1040765" y="5849366"/>
                  </a:cubicBezTo>
                  <a:close/>
                  <a:moveTo>
                    <a:pt x="913511" y="5941314"/>
                  </a:moveTo>
                  <a:cubicBezTo>
                    <a:pt x="891032" y="5955411"/>
                    <a:pt x="868172" y="5968619"/>
                    <a:pt x="845185" y="5980811"/>
                  </a:cubicBezTo>
                  <a:lnTo>
                    <a:pt x="809498" y="5913501"/>
                  </a:lnTo>
                  <a:cubicBezTo>
                    <a:pt x="830834" y="5902198"/>
                    <a:pt x="851916" y="5890006"/>
                    <a:pt x="872871" y="5876798"/>
                  </a:cubicBezTo>
                  <a:close/>
                  <a:moveTo>
                    <a:pt x="733171" y="5950458"/>
                  </a:moveTo>
                  <a:cubicBezTo>
                    <a:pt x="708660" y="5960999"/>
                    <a:pt x="683895" y="5970397"/>
                    <a:pt x="658876" y="5978779"/>
                  </a:cubicBezTo>
                  <a:lnTo>
                    <a:pt x="634873" y="5906389"/>
                  </a:lnTo>
                  <a:cubicBezTo>
                    <a:pt x="657733" y="5898769"/>
                    <a:pt x="680466" y="5890133"/>
                    <a:pt x="703072" y="5880481"/>
                  </a:cubicBezTo>
                  <a:close/>
                  <a:moveTo>
                    <a:pt x="552069" y="5930265"/>
                  </a:moveTo>
                  <a:cubicBezTo>
                    <a:pt x="526161" y="5936234"/>
                    <a:pt x="499872" y="5941060"/>
                    <a:pt x="473583" y="5944489"/>
                  </a:cubicBezTo>
                  <a:lnTo>
                    <a:pt x="463550" y="5868924"/>
                  </a:lnTo>
                  <a:cubicBezTo>
                    <a:pt x="487426" y="5865749"/>
                    <a:pt x="511175" y="5861431"/>
                    <a:pt x="534797" y="5855970"/>
                  </a:cubicBezTo>
                  <a:close/>
                  <a:moveTo>
                    <a:pt x="376809" y="5876798"/>
                  </a:moveTo>
                  <a:cubicBezTo>
                    <a:pt x="367792" y="5877052"/>
                    <a:pt x="358648" y="5877306"/>
                    <a:pt x="349631" y="5877306"/>
                  </a:cubicBezTo>
                  <a:lnTo>
                    <a:pt x="349631" y="5839206"/>
                  </a:lnTo>
                  <a:lnTo>
                    <a:pt x="349631" y="5877306"/>
                  </a:lnTo>
                  <a:cubicBezTo>
                    <a:pt x="331978" y="5877306"/>
                    <a:pt x="314325" y="5876671"/>
                    <a:pt x="296799" y="5875528"/>
                  </a:cubicBezTo>
                  <a:lnTo>
                    <a:pt x="301752" y="5799455"/>
                  </a:lnTo>
                  <a:cubicBezTo>
                    <a:pt x="317627" y="5800471"/>
                    <a:pt x="333629" y="5800979"/>
                    <a:pt x="349631" y="5800979"/>
                  </a:cubicBezTo>
                  <a:cubicBezTo>
                    <a:pt x="357886" y="5800979"/>
                    <a:pt x="366014" y="5800852"/>
                    <a:pt x="374269" y="5800598"/>
                  </a:cubicBezTo>
                  <a:close/>
                  <a:moveTo>
                    <a:pt x="214884" y="5790184"/>
                  </a:moveTo>
                  <a:cubicBezTo>
                    <a:pt x="188722" y="5785866"/>
                    <a:pt x="162687" y="5780278"/>
                    <a:pt x="136906" y="5773547"/>
                  </a:cubicBezTo>
                  <a:lnTo>
                    <a:pt x="156337" y="5699887"/>
                  </a:lnTo>
                  <a:cubicBezTo>
                    <a:pt x="179832" y="5706110"/>
                    <a:pt x="203454" y="5711190"/>
                    <a:pt x="227203" y="5715000"/>
                  </a:cubicBezTo>
                  <a:close/>
                  <a:moveTo>
                    <a:pt x="73406" y="5674614"/>
                  </a:moveTo>
                  <a:cubicBezTo>
                    <a:pt x="48768" y="5665597"/>
                    <a:pt x="24257" y="5655564"/>
                    <a:pt x="0" y="5644388"/>
                  </a:cubicBezTo>
                  <a:lnTo>
                    <a:pt x="32004" y="5575173"/>
                  </a:lnTo>
                  <a:cubicBezTo>
                    <a:pt x="54356" y="5585460"/>
                    <a:pt x="76835" y="5594731"/>
                    <a:pt x="99441" y="5602986"/>
                  </a:cubicBezTo>
                  <a:close/>
                  <a:moveTo>
                    <a:pt x="1394079" y="6492621"/>
                  </a:moveTo>
                  <a:cubicBezTo>
                    <a:pt x="1371346" y="6479921"/>
                    <a:pt x="1348867" y="6466205"/>
                    <a:pt x="1326642" y="6451473"/>
                  </a:cubicBezTo>
                  <a:lnTo>
                    <a:pt x="1368552" y="6387846"/>
                  </a:lnTo>
                  <a:cubicBezTo>
                    <a:pt x="1389380" y="6401562"/>
                    <a:pt x="1410335" y="6414262"/>
                    <a:pt x="1431417" y="6426073"/>
                  </a:cubicBezTo>
                  <a:close/>
                  <a:moveTo>
                    <a:pt x="1299591" y="6339586"/>
                  </a:moveTo>
                  <a:cubicBezTo>
                    <a:pt x="1279017" y="6324092"/>
                    <a:pt x="1258697" y="6307709"/>
                    <a:pt x="1238631" y="6290564"/>
                  </a:cubicBezTo>
                  <a:lnTo>
                    <a:pt x="1288034" y="6232652"/>
                  </a:lnTo>
                  <a:cubicBezTo>
                    <a:pt x="1307084" y="6248908"/>
                    <a:pt x="1326134" y="6264275"/>
                    <a:pt x="1345438" y="6278880"/>
                  </a:cubicBezTo>
                  <a:close/>
                  <a:moveTo>
                    <a:pt x="1226439" y="6177534"/>
                  </a:moveTo>
                  <a:cubicBezTo>
                    <a:pt x="1207770" y="6159881"/>
                    <a:pt x="1189355" y="6141466"/>
                    <a:pt x="1171194" y="6122416"/>
                  </a:cubicBezTo>
                  <a:lnTo>
                    <a:pt x="1226312" y="6069838"/>
                  </a:lnTo>
                  <a:cubicBezTo>
                    <a:pt x="1243711" y="6087999"/>
                    <a:pt x="1261237" y="6105525"/>
                    <a:pt x="1278890" y="6122416"/>
                  </a:cubicBezTo>
                  <a:close/>
                  <a:moveTo>
                    <a:pt x="1171067" y="6009513"/>
                  </a:moveTo>
                  <a:cubicBezTo>
                    <a:pt x="1154176" y="5990209"/>
                    <a:pt x="1137539" y="5970270"/>
                    <a:pt x="1121156" y="5949823"/>
                  </a:cubicBezTo>
                  <a:lnTo>
                    <a:pt x="1180592" y="5902071"/>
                  </a:lnTo>
                  <a:cubicBezTo>
                    <a:pt x="1196340" y="5921756"/>
                    <a:pt x="1212342" y="5940806"/>
                    <a:pt x="1228471" y="5959348"/>
                  </a:cubicBezTo>
                  <a:close/>
                  <a:moveTo>
                    <a:pt x="938276" y="6070981"/>
                  </a:moveTo>
                  <a:cubicBezTo>
                    <a:pt x="923036" y="6050407"/>
                    <a:pt x="907923" y="6029452"/>
                    <a:pt x="893064" y="6007862"/>
                  </a:cubicBezTo>
                  <a:lnTo>
                    <a:pt x="955802" y="5964555"/>
                  </a:lnTo>
                  <a:cubicBezTo>
                    <a:pt x="970153" y="5985383"/>
                    <a:pt x="984758" y="6005703"/>
                    <a:pt x="999363" y="6025515"/>
                  </a:cubicBezTo>
                  <a:close/>
                  <a:moveTo>
                    <a:pt x="910971" y="5897753"/>
                  </a:moveTo>
                  <a:cubicBezTo>
                    <a:pt x="897255" y="5876417"/>
                    <a:pt x="883666" y="5854700"/>
                    <a:pt x="870331" y="5832475"/>
                  </a:cubicBezTo>
                  <a:lnTo>
                    <a:pt x="935609" y="5793105"/>
                  </a:lnTo>
                  <a:cubicBezTo>
                    <a:pt x="948563" y="5814695"/>
                    <a:pt x="961771" y="5835777"/>
                    <a:pt x="975106" y="5856478"/>
                  </a:cubicBezTo>
                  <a:close/>
                  <a:moveTo>
                    <a:pt x="895223" y="5724144"/>
                  </a:moveTo>
                  <a:cubicBezTo>
                    <a:pt x="882650" y="5701919"/>
                    <a:pt x="870331" y="5679440"/>
                    <a:pt x="858139" y="5656453"/>
                  </a:cubicBezTo>
                  <a:lnTo>
                    <a:pt x="925449" y="5620766"/>
                  </a:lnTo>
                  <a:cubicBezTo>
                    <a:pt x="937387" y="5643118"/>
                    <a:pt x="949325" y="5665089"/>
                    <a:pt x="961517" y="5686679"/>
                  </a:cubicBezTo>
                  <a:close/>
                  <a:moveTo>
                    <a:pt x="889127" y="5550408"/>
                  </a:moveTo>
                  <a:cubicBezTo>
                    <a:pt x="877697" y="5527675"/>
                    <a:pt x="866521" y="5504561"/>
                    <a:pt x="855472" y="5481066"/>
                  </a:cubicBezTo>
                  <a:lnTo>
                    <a:pt x="924433" y="5448554"/>
                  </a:lnTo>
                  <a:cubicBezTo>
                    <a:pt x="935228" y="5471541"/>
                    <a:pt x="946150" y="5494020"/>
                    <a:pt x="957326" y="5516372"/>
                  </a:cubicBezTo>
                  <a:close/>
                  <a:moveTo>
                    <a:pt x="891667" y="5376926"/>
                  </a:moveTo>
                  <a:cubicBezTo>
                    <a:pt x="881380" y="5353685"/>
                    <a:pt x="871093" y="5330063"/>
                    <a:pt x="861187" y="5306187"/>
                  </a:cubicBezTo>
                  <a:lnTo>
                    <a:pt x="931418" y="5276723"/>
                  </a:lnTo>
                  <a:cubicBezTo>
                    <a:pt x="941197" y="5300091"/>
                    <a:pt x="951230" y="5323205"/>
                    <a:pt x="961263" y="5345938"/>
                  </a:cubicBezTo>
                  <a:close/>
                  <a:moveTo>
                    <a:pt x="901700" y="5203952"/>
                  </a:moveTo>
                  <a:cubicBezTo>
                    <a:pt x="892302" y="5180330"/>
                    <a:pt x="883158" y="5156327"/>
                    <a:pt x="874014" y="5132197"/>
                  </a:cubicBezTo>
                  <a:lnTo>
                    <a:pt x="945388" y="5105527"/>
                  </a:lnTo>
                  <a:cubicBezTo>
                    <a:pt x="954278" y="5129276"/>
                    <a:pt x="963295" y="5152771"/>
                    <a:pt x="972566" y="5176012"/>
                  </a:cubicBezTo>
                  <a:close/>
                  <a:moveTo>
                    <a:pt x="918591" y="5031994"/>
                  </a:moveTo>
                  <a:cubicBezTo>
                    <a:pt x="910082" y="5007991"/>
                    <a:pt x="901827" y="4983734"/>
                    <a:pt x="893572" y="4959350"/>
                  </a:cubicBezTo>
                  <a:lnTo>
                    <a:pt x="965835" y="4935220"/>
                  </a:lnTo>
                  <a:cubicBezTo>
                    <a:pt x="973836" y="4959223"/>
                    <a:pt x="982091" y="4983099"/>
                    <a:pt x="990346" y="5006594"/>
                  </a:cubicBezTo>
                  <a:close/>
                  <a:moveTo>
                    <a:pt x="941832" y="4861560"/>
                  </a:moveTo>
                  <a:cubicBezTo>
                    <a:pt x="934212" y="4837557"/>
                    <a:pt x="926846" y="4813300"/>
                    <a:pt x="919480" y="4788789"/>
                  </a:cubicBezTo>
                  <a:lnTo>
                    <a:pt x="992505" y="4767072"/>
                  </a:lnTo>
                  <a:cubicBezTo>
                    <a:pt x="999617" y="4791075"/>
                    <a:pt x="1006983" y="4814951"/>
                    <a:pt x="1014476" y="4838573"/>
                  </a:cubicBezTo>
                  <a:close/>
                  <a:moveTo>
                    <a:pt x="970788" y="4691888"/>
                  </a:moveTo>
                  <a:cubicBezTo>
                    <a:pt x="963803" y="4666996"/>
                    <a:pt x="956945" y="4641977"/>
                    <a:pt x="950341" y="4616704"/>
                  </a:cubicBezTo>
                  <a:lnTo>
                    <a:pt x="1024001" y="4597273"/>
                  </a:lnTo>
                  <a:cubicBezTo>
                    <a:pt x="1030605" y="4622165"/>
                    <a:pt x="1037336" y="4646803"/>
                    <a:pt x="1044194" y="4671314"/>
                  </a:cubicBezTo>
                  <a:close/>
                  <a:moveTo>
                    <a:pt x="1004824" y="4522597"/>
                  </a:moveTo>
                  <a:cubicBezTo>
                    <a:pt x="998728" y="4498086"/>
                    <a:pt x="992759" y="4473321"/>
                    <a:pt x="986917" y="4448429"/>
                  </a:cubicBezTo>
                  <a:lnTo>
                    <a:pt x="1061085" y="4431157"/>
                  </a:lnTo>
                  <a:cubicBezTo>
                    <a:pt x="1066800" y="4455668"/>
                    <a:pt x="1072642" y="4480052"/>
                    <a:pt x="1078738" y="4504309"/>
                  </a:cubicBezTo>
                  <a:close/>
                  <a:moveTo>
                    <a:pt x="1043940" y="4354957"/>
                  </a:moveTo>
                  <a:cubicBezTo>
                    <a:pt x="1038479" y="4329684"/>
                    <a:pt x="1033018" y="4304284"/>
                    <a:pt x="1027938" y="4278757"/>
                  </a:cubicBezTo>
                  <a:lnTo>
                    <a:pt x="1102614" y="4263517"/>
                  </a:lnTo>
                  <a:cubicBezTo>
                    <a:pt x="1107694" y="4288790"/>
                    <a:pt x="1113028" y="4313809"/>
                    <a:pt x="1118489" y="4338701"/>
                  </a:cubicBezTo>
                  <a:close/>
                  <a:moveTo>
                    <a:pt x="321564" y="4508881"/>
                  </a:moveTo>
                  <a:cubicBezTo>
                    <a:pt x="316865" y="4483989"/>
                    <a:pt x="312293" y="4458970"/>
                    <a:pt x="307848" y="4433824"/>
                  </a:cubicBezTo>
                  <a:lnTo>
                    <a:pt x="382905" y="4420616"/>
                  </a:lnTo>
                  <a:cubicBezTo>
                    <a:pt x="387223" y="4445508"/>
                    <a:pt x="391795" y="4470146"/>
                    <a:pt x="396494" y="4494784"/>
                  </a:cubicBezTo>
                  <a:close/>
                  <a:moveTo>
                    <a:pt x="369824" y="4343654"/>
                  </a:moveTo>
                  <a:cubicBezTo>
                    <a:pt x="365633" y="4318254"/>
                    <a:pt x="361696" y="4292600"/>
                    <a:pt x="357886" y="4266819"/>
                  </a:cubicBezTo>
                  <a:lnTo>
                    <a:pt x="433197" y="4255516"/>
                  </a:lnTo>
                  <a:cubicBezTo>
                    <a:pt x="437007" y="4280916"/>
                    <a:pt x="440944" y="4306189"/>
                    <a:pt x="445008" y="4331335"/>
                  </a:cubicBezTo>
                  <a:close/>
                  <a:moveTo>
                    <a:pt x="272161" y="4206113"/>
                  </a:moveTo>
                  <a:cubicBezTo>
                    <a:pt x="268732" y="4180967"/>
                    <a:pt x="265430" y="4155821"/>
                    <a:pt x="262255" y="4130421"/>
                  </a:cubicBezTo>
                  <a:lnTo>
                    <a:pt x="337820" y="4121023"/>
                  </a:lnTo>
                  <a:cubicBezTo>
                    <a:pt x="340995" y="4146042"/>
                    <a:pt x="344170" y="4170934"/>
                    <a:pt x="347599" y="4195826"/>
                  </a:cubicBezTo>
                  <a:close/>
                  <a:moveTo>
                    <a:pt x="253238" y="4053967"/>
                  </a:moveTo>
                  <a:cubicBezTo>
                    <a:pt x="250317" y="4028440"/>
                    <a:pt x="247650" y="4002659"/>
                    <a:pt x="245110" y="3976878"/>
                  </a:cubicBezTo>
                  <a:lnTo>
                    <a:pt x="320929" y="3969258"/>
                  </a:lnTo>
                  <a:cubicBezTo>
                    <a:pt x="323469" y="3994785"/>
                    <a:pt x="326136" y="4020185"/>
                    <a:pt x="329057" y="4045458"/>
                  </a:cubicBezTo>
                  <a:close/>
                  <a:moveTo>
                    <a:pt x="237871" y="3901186"/>
                  </a:moveTo>
                  <a:cubicBezTo>
                    <a:pt x="235585" y="3875913"/>
                    <a:pt x="233553" y="3850640"/>
                    <a:pt x="231648" y="3825240"/>
                  </a:cubicBezTo>
                  <a:lnTo>
                    <a:pt x="307594" y="3819398"/>
                  </a:lnTo>
                  <a:cubicBezTo>
                    <a:pt x="309499" y="3844544"/>
                    <a:pt x="311531" y="3869563"/>
                    <a:pt x="313817" y="3894455"/>
                  </a:cubicBezTo>
                  <a:close/>
                  <a:moveTo>
                    <a:pt x="302133" y="3741928"/>
                  </a:moveTo>
                  <a:cubicBezTo>
                    <a:pt x="224536" y="3723005"/>
                    <a:pt x="223012" y="3697351"/>
                    <a:pt x="221615" y="3671570"/>
                  </a:cubicBezTo>
                  <a:lnTo>
                    <a:pt x="297688" y="3667506"/>
                  </a:lnTo>
                  <a:cubicBezTo>
                    <a:pt x="299085" y="3693033"/>
                    <a:pt x="300609" y="3718433"/>
                    <a:pt x="302260" y="3743706"/>
                  </a:cubicBezTo>
                  <a:close/>
                  <a:moveTo>
                    <a:pt x="217932" y="3595116"/>
                  </a:moveTo>
                  <a:cubicBezTo>
                    <a:pt x="216916" y="3569843"/>
                    <a:pt x="215900" y="3544443"/>
                    <a:pt x="215138" y="3519043"/>
                  </a:cubicBezTo>
                  <a:lnTo>
                    <a:pt x="291338" y="3516630"/>
                  </a:lnTo>
                  <a:cubicBezTo>
                    <a:pt x="292100" y="3541776"/>
                    <a:pt x="292989" y="3566922"/>
                    <a:pt x="294132" y="3591814"/>
                  </a:cubicBezTo>
                  <a:close/>
                  <a:moveTo>
                    <a:pt x="213233" y="3442462"/>
                  </a:moveTo>
                  <a:cubicBezTo>
                    <a:pt x="212725" y="3416808"/>
                    <a:pt x="212344" y="3391154"/>
                    <a:pt x="212090" y="3365500"/>
                  </a:cubicBezTo>
                  <a:lnTo>
                    <a:pt x="288290" y="3364865"/>
                  </a:lnTo>
                  <a:cubicBezTo>
                    <a:pt x="288544" y="3390265"/>
                    <a:pt x="288925" y="3415665"/>
                    <a:pt x="289433" y="3441065"/>
                  </a:cubicBezTo>
                  <a:close/>
                  <a:moveTo>
                    <a:pt x="211836" y="3304667"/>
                  </a:moveTo>
                  <a:cubicBezTo>
                    <a:pt x="211836" y="3278759"/>
                    <a:pt x="211963" y="3252978"/>
                    <a:pt x="212217" y="3227324"/>
                  </a:cubicBezTo>
                  <a:lnTo>
                    <a:pt x="288417" y="3228213"/>
                  </a:lnTo>
                  <a:cubicBezTo>
                    <a:pt x="288163" y="3253613"/>
                    <a:pt x="288036" y="3279140"/>
                    <a:pt x="288036" y="3304667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423693" y="1916422"/>
            <a:ext cx="9320507" cy="1728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162"/>
              </a:lnSpc>
            </a:pPr>
            <a:r>
              <a:rPr lang="en-US" sz="11801" dirty="0">
                <a:solidFill>
                  <a:srgbClr val="29235C"/>
                </a:solidFill>
                <a:latin typeface="Cooper Black" panose="0208090404030B020404" pitchFamily="18" charset="0"/>
                <a:ea typeface="Arimo"/>
                <a:cs typeface="Arimo"/>
                <a:sym typeface="Arimo"/>
              </a:rPr>
              <a:t>CONTEXTO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1425" y="3891047"/>
            <a:ext cx="8396325" cy="395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60"/>
              </a:lnSpc>
            </a:pPr>
            <a:r>
              <a:rPr lang="en-US" sz="3300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En el mercado boliviano de tecnología, las tiendas enfrentan desafíos significativos en la gestion integral de sus operaciones comerciales. </a:t>
            </a:r>
            <a:r>
              <a:rPr lang="en-US" sz="3300">
                <a:solidFill>
                  <a:srgbClr val="901FA3"/>
                </a:solidFill>
                <a:latin typeface="Mallanna"/>
                <a:ea typeface="Mallanna"/>
                <a:cs typeface="Mallanna"/>
                <a:sym typeface="Mallanna"/>
              </a:rPr>
              <a:t>TechSphere</a:t>
            </a:r>
            <a:r>
              <a:rPr lang="en-US" sz="3300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 surge como respuesta a la necesidad de un sistema robusto que permita gestionar eficientemente todos los aspectos de una tienda de tecnología moderna.</a:t>
            </a:r>
          </a:p>
          <a:p>
            <a:pPr algn="just">
              <a:lnSpc>
                <a:spcPts val="3840"/>
              </a:lnSpc>
            </a:pPr>
            <a:endParaRPr lang="en-US" sz="3300">
              <a:solidFill>
                <a:srgbClr val="29235C"/>
              </a:solidFill>
              <a:latin typeface="Mallanna"/>
              <a:ea typeface="Mallanna"/>
              <a:cs typeface="Mallanna"/>
              <a:sym typeface="Mallanna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423693" y="1759175"/>
            <a:ext cx="8464500" cy="38100"/>
          </a:xfrm>
          <a:prstGeom prst="line">
            <a:avLst/>
          </a:prstGeom>
          <a:ln w="19050" cap="rnd">
            <a:solidFill>
              <a:srgbClr val="29235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477537" y="8164392"/>
            <a:ext cx="8504100" cy="38100"/>
          </a:xfrm>
          <a:prstGeom prst="line">
            <a:avLst/>
          </a:prstGeom>
          <a:ln w="19050" cap="rnd">
            <a:solidFill>
              <a:srgbClr val="29235C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66748" y="-4160752"/>
            <a:ext cx="6776950" cy="6776950"/>
          </a:xfrm>
          <a:custGeom>
            <a:avLst/>
            <a:gdLst/>
            <a:ahLst/>
            <a:cxnLst/>
            <a:rect l="l" t="t" r="r" b="b"/>
            <a:pathLst>
              <a:path w="6776950" h="6776950">
                <a:moveTo>
                  <a:pt x="0" y="0"/>
                </a:moveTo>
                <a:lnTo>
                  <a:pt x="6776950" y="0"/>
                </a:lnTo>
                <a:lnTo>
                  <a:pt x="6776950" y="6776950"/>
                </a:lnTo>
                <a:lnTo>
                  <a:pt x="0" y="6776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8606991">
            <a:off x="16058326" y="-229218"/>
            <a:ext cx="1672286" cy="3429112"/>
            <a:chOff x="0" y="0"/>
            <a:chExt cx="2229715" cy="45721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29612" cy="4572254"/>
            </a:xfrm>
            <a:custGeom>
              <a:avLst/>
              <a:gdLst/>
              <a:ahLst/>
              <a:cxnLst/>
              <a:rect l="l" t="t" r="r" b="b"/>
              <a:pathLst>
                <a:path w="2229612" h="4572254">
                  <a:moveTo>
                    <a:pt x="0" y="2286127"/>
                  </a:moveTo>
                  <a:cubicBezTo>
                    <a:pt x="0" y="1042035"/>
                    <a:pt x="486029" y="0"/>
                    <a:pt x="1114806" y="0"/>
                  </a:cubicBezTo>
                  <a:lnTo>
                    <a:pt x="1114806" y="25400"/>
                  </a:lnTo>
                  <a:lnTo>
                    <a:pt x="1114806" y="0"/>
                  </a:lnTo>
                  <a:cubicBezTo>
                    <a:pt x="1743710" y="0"/>
                    <a:pt x="2229612" y="1042035"/>
                    <a:pt x="2229612" y="2286127"/>
                  </a:cubicBezTo>
                  <a:lnTo>
                    <a:pt x="2204212" y="2286127"/>
                  </a:lnTo>
                  <a:lnTo>
                    <a:pt x="2229612" y="2286127"/>
                  </a:lnTo>
                  <a:cubicBezTo>
                    <a:pt x="2229612" y="3530219"/>
                    <a:pt x="1743583" y="4572254"/>
                    <a:pt x="1114806" y="4572254"/>
                  </a:cubicBezTo>
                  <a:lnTo>
                    <a:pt x="1114806" y="4546854"/>
                  </a:lnTo>
                  <a:lnTo>
                    <a:pt x="1114806" y="4572254"/>
                  </a:lnTo>
                  <a:cubicBezTo>
                    <a:pt x="486029" y="4572127"/>
                    <a:pt x="0" y="3530092"/>
                    <a:pt x="0" y="2286127"/>
                  </a:cubicBezTo>
                  <a:lnTo>
                    <a:pt x="25400" y="2286127"/>
                  </a:lnTo>
                  <a:lnTo>
                    <a:pt x="50800" y="2286127"/>
                  </a:lnTo>
                  <a:lnTo>
                    <a:pt x="25400" y="2286127"/>
                  </a:lnTo>
                  <a:lnTo>
                    <a:pt x="0" y="2286127"/>
                  </a:lnTo>
                  <a:moveTo>
                    <a:pt x="50800" y="2286127"/>
                  </a:moveTo>
                  <a:cubicBezTo>
                    <a:pt x="50800" y="2300097"/>
                    <a:pt x="39370" y="2311527"/>
                    <a:pt x="25400" y="2311527"/>
                  </a:cubicBezTo>
                  <a:cubicBezTo>
                    <a:pt x="11430" y="2311527"/>
                    <a:pt x="0" y="2300097"/>
                    <a:pt x="0" y="2286127"/>
                  </a:cubicBezTo>
                  <a:cubicBezTo>
                    <a:pt x="0" y="2272157"/>
                    <a:pt x="11430" y="2260727"/>
                    <a:pt x="25400" y="2260727"/>
                  </a:cubicBezTo>
                  <a:cubicBezTo>
                    <a:pt x="39370" y="2260727"/>
                    <a:pt x="50800" y="2272157"/>
                    <a:pt x="50800" y="2286127"/>
                  </a:cubicBezTo>
                  <a:cubicBezTo>
                    <a:pt x="50800" y="3539109"/>
                    <a:pt x="540258" y="4521454"/>
                    <a:pt x="1114806" y="4521454"/>
                  </a:cubicBezTo>
                  <a:cubicBezTo>
                    <a:pt x="1689354" y="4521454"/>
                    <a:pt x="2178812" y="3539236"/>
                    <a:pt x="2178812" y="2286127"/>
                  </a:cubicBezTo>
                  <a:cubicBezTo>
                    <a:pt x="2178812" y="1033018"/>
                    <a:pt x="1689354" y="50800"/>
                    <a:pt x="1114806" y="50800"/>
                  </a:cubicBezTo>
                  <a:lnTo>
                    <a:pt x="1114806" y="25400"/>
                  </a:lnTo>
                  <a:lnTo>
                    <a:pt x="1114806" y="50800"/>
                  </a:lnTo>
                  <a:cubicBezTo>
                    <a:pt x="540258" y="50800"/>
                    <a:pt x="50800" y="1033018"/>
                    <a:pt x="50800" y="2286127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grpSp>
        <p:nvGrpSpPr>
          <p:cNvPr id="5" name="Group 5"/>
          <p:cNvGrpSpPr/>
          <p:nvPr/>
        </p:nvGrpSpPr>
        <p:grpSpPr>
          <a:xfrm rot="-8606991">
            <a:off x="15719068" y="-457820"/>
            <a:ext cx="1672286" cy="3429112"/>
            <a:chOff x="0" y="0"/>
            <a:chExt cx="2229715" cy="4572149"/>
          </a:xfrm>
        </p:grpSpPr>
        <p:sp>
          <p:nvSpPr>
            <p:cNvPr id="6" name="Freeform 6"/>
            <p:cNvSpPr/>
            <p:nvPr/>
          </p:nvSpPr>
          <p:spPr>
            <a:xfrm>
              <a:off x="-91313" y="381"/>
              <a:ext cx="2173605" cy="4571746"/>
            </a:xfrm>
            <a:custGeom>
              <a:avLst/>
              <a:gdLst/>
              <a:ahLst/>
              <a:cxnLst/>
              <a:rect l="l" t="t" r="r" b="b"/>
              <a:pathLst>
                <a:path w="2173605" h="4571746">
                  <a:moveTo>
                    <a:pt x="92456" y="2182876"/>
                  </a:moveTo>
                  <a:cubicBezTo>
                    <a:pt x="92837" y="2165858"/>
                    <a:pt x="93218" y="2148840"/>
                    <a:pt x="93853" y="2131822"/>
                  </a:cubicBezTo>
                  <a:lnTo>
                    <a:pt x="144653" y="2133473"/>
                  </a:lnTo>
                  <a:cubicBezTo>
                    <a:pt x="144145" y="2150237"/>
                    <a:pt x="143637" y="2167001"/>
                    <a:pt x="143256" y="2183892"/>
                  </a:cubicBezTo>
                  <a:close/>
                  <a:moveTo>
                    <a:pt x="146558" y="2082165"/>
                  </a:moveTo>
                  <a:cubicBezTo>
                    <a:pt x="147320" y="2065147"/>
                    <a:pt x="148082" y="2048129"/>
                    <a:pt x="148971" y="2031111"/>
                  </a:cubicBezTo>
                  <a:lnTo>
                    <a:pt x="199644" y="2033905"/>
                  </a:lnTo>
                  <a:cubicBezTo>
                    <a:pt x="198755" y="2050669"/>
                    <a:pt x="197866" y="2067433"/>
                    <a:pt x="197231" y="2084324"/>
                  </a:cubicBezTo>
                  <a:close/>
                  <a:moveTo>
                    <a:pt x="202819" y="1981962"/>
                  </a:moveTo>
                  <a:cubicBezTo>
                    <a:pt x="203962" y="1964944"/>
                    <a:pt x="205105" y="1947926"/>
                    <a:pt x="206375" y="1930908"/>
                  </a:cubicBezTo>
                  <a:lnTo>
                    <a:pt x="257048" y="1934718"/>
                  </a:lnTo>
                  <a:cubicBezTo>
                    <a:pt x="255778" y="1951482"/>
                    <a:pt x="254635" y="1968373"/>
                    <a:pt x="253492" y="1985264"/>
                  </a:cubicBezTo>
                  <a:close/>
                  <a:moveTo>
                    <a:pt x="261239" y="1883537"/>
                  </a:moveTo>
                  <a:cubicBezTo>
                    <a:pt x="262763" y="1866646"/>
                    <a:pt x="264287" y="1849882"/>
                    <a:pt x="265938" y="1833245"/>
                  </a:cubicBezTo>
                  <a:lnTo>
                    <a:pt x="316484" y="1838198"/>
                  </a:lnTo>
                  <a:cubicBezTo>
                    <a:pt x="314833" y="1854708"/>
                    <a:pt x="313309" y="1871345"/>
                    <a:pt x="311912" y="1887982"/>
                  </a:cubicBezTo>
                  <a:close/>
                  <a:moveTo>
                    <a:pt x="321945" y="1786255"/>
                  </a:moveTo>
                  <a:cubicBezTo>
                    <a:pt x="323850" y="1769237"/>
                    <a:pt x="325755" y="1752219"/>
                    <a:pt x="327914" y="1735201"/>
                  </a:cubicBezTo>
                  <a:lnTo>
                    <a:pt x="378333" y="1741424"/>
                  </a:lnTo>
                  <a:cubicBezTo>
                    <a:pt x="376301" y="1758188"/>
                    <a:pt x="374269" y="1774952"/>
                    <a:pt x="372491" y="1791843"/>
                  </a:cubicBezTo>
                  <a:close/>
                  <a:moveTo>
                    <a:pt x="384937" y="1690243"/>
                  </a:moveTo>
                  <a:cubicBezTo>
                    <a:pt x="387223" y="1673479"/>
                    <a:pt x="389509" y="1656715"/>
                    <a:pt x="391922" y="1640205"/>
                  </a:cubicBezTo>
                  <a:lnTo>
                    <a:pt x="442214" y="1647571"/>
                  </a:lnTo>
                  <a:cubicBezTo>
                    <a:pt x="439801" y="1663954"/>
                    <a:pt x="437515" y="1680464"/>
                    <a:pt x="435229" y="1697101"/>
                  </a:cubicBezTo>
                  <a:close/>
                  <a:moveTo>
                    <a:pt x="450088" y="1596136"/>
                  </a:moveTo>
                  <a:cubicBezTo>
                    <a:pt x="452755" y="1579118"/>
                    <a:pt x="455549" y="1562227"/>
                    <a:pt x="458470" y="1545336"/>
                  </a:cubicBezTo>
                  <a:lnTo>
                    <a:pt x="508508" y="1553972"/>
                  </a:lnTo>
                  <a:cubicBezTo>
                    <a:pt x="505587" y="1570609"/>
                    <a:pt x="502920" y="1587373"/>
                    <a:pt x="500253" y="1604137"/>
                  </a:cubicBezTo>
                  <a:close/>
                  <a:moveTo>
                    <a:pt x="517652" y="1503045"/>
                  </a:moveTo>
                  <a:cubicBezTo>
                    <a:pt x="520700" y="1486408"/>
                    <a:pt x="523875" y="1469771"/>
                    <a:pt x="527177" y="1453388"/>
                  </a:cubicBezTo>
                  <a:lnTo>
                    <a:pt x="576961" y="1463294"/>
                  </a:lnTo>
                  <a:cubicBezTo>
                    <a:pt x="573786" y="1479550"/>
                    <a:pt x="570611" y="1495933"/>
                    <a:pt x="567563" y="1512316"/>
                  </a:cubicBezTo>
                  <a:close/>
                  <a:moveTo>
                    <a:pt x="587375" y="1412367"/>
                  </a:moveTo>
                  <a:cubicBezTo>
                    <a:pt x="590931" y="1395476"/>
                    <a:pt x="594614" y="1378585"/>
                    <a:pt x="598424" y="1361948"/>
                  </a:cubicBezTo>
                  <a:lnTo>
                    <a:pt x="647954" y="1373124"/>
                  </a:lnTo>
                  <a:cubicBezTo>
                    <a:pt x="644271" y="1389634"/>
                    <a:pt x="640588" y="1406144"/>
                    <a:pt x="637032" y="1422908"/>
                  </a:cubicBezTo>
                  <a:close/>
                  <a:moveTo>
                    <a:pt x="659638" y="1322705"/>
                  </a:moveTo>
                  <a:cubicBezTo>
                    <a:pt x="663575" y="1306195"/>
                    <a:pt x="667639" y="1289812"/>
                    <a:pt x="671830" y="1273556"/>
                  </a:cubicBezTo>
                  <a:lnTo>
                    <a:pt x="721106" y="1286129"/>
                  </a:lnTo>
                  <a:cubicBezTo>
                    <a:pt x="717042" y="1302131"/>
                    <a:pt x="712978" y="1318260"/>
                    <a:pt x="709041" y="1334516"/>
                  </a:cubicBezTo>
                  <a:close/>
                  <a:moveTo>
                    <a:pt x="734314" y="1235710"/>
                  </a:moveTo>
                  <a:cubicBezTo>
                    <a:pt x="738886" y="1218946"/>
                    <a:pt x="743458" y="1202436"/>
                    <a:pt x="748157" y="1185926"/>
                  </a:cubicBezTo>
                  <a:lnTo>
                    <a:pt x="796925" y="1199896"/>
                  </a:lnTo>
                  <a:cubicBezTo>
                    <a:pt x="792226" y="1216152"/>
                    <a:pt x="787654" y="1232408"/>
                    <a:pt x="783209" y="1248918"/>
                  </a:cubicBezTo>
                  <a:close/>
                  <a:moveTo>
                    <a:pt x="811530" y="1150112"/>
                  </a:moveTo>
                  <a:cubicBezTo>
                    <a:pt x="816483" y="1133856"/>
                    <a:pt x="821436" y="1117854"/>
                    <a:pt x="826643" y="1101979"/>
                  </a:cubicBezTo>
                  <a:lnTo>
                    <a:pt x="875030" y="1117473"/>
                  </a:lnTo>
                  <a:cubicBezTo>
                    <a:pt x="869950" y="1133094"/>
                    <a:pt x="864997" y="1148969"/>
                    <a:pt x="860171" y="1164844"/>
                  </a:cubicBezTo>
                  <a:close/>
                  <a:moveTo>
                    <a:pt x="891159" y="1068324"/>
                  </a:moveTo>
                  <a:cubicBezTo>
                    <a:pt x="896747" y="1052068"/>
                    <a:pt x="902335" y="1035939"/>
                    <a:pt x="908050" y="1019937"/>
                  </a:cubicBezTo>
                  <a:lnTo>
                    <a:pt x="955929" y="1037082"/>
                  </a:lnTo>
                  <a:cubicBezTo>
                    <a:pt x="950341" y="1052830"/>
                    <a:pt x="944753" y="1068578"/>
                    <a:pt x="939292" y="1084580"/>
                  </a:cubicBezTo>
                  <a:close/>
                  <a:moveTo>
                    <a:pt x="973836" y="988060"/>
                  </a:moveTo>
                  <a:cubicBezTo>
                    <a:pt x="979932" y="971931"/>
                    <a:pt x="986155" y="956056"/>
                    <a:pt x="992378" y="940308"/>
                  </a:cubicBezTo>
                  <a:lnTo>
                    <a:pt x="1039495" y="959231"/>
                  </a:lnTo>
                  <a:cubicBezTo>
                    <a:pt x="1033272" y="974725"/>
                    <a:pt x="1027176" y="990346"/>
                    <a:pt x="1021207" y="1006094"/>
                  </a:cubicBezTo>
                  <a:close/>
                  <a:moveTo>
                    <a:pt x="1059307" y="910844"/>
                  </a:moveTo>
                  <a:cubicBezTo>
                    <a:pt x="1066038" y="894969"/>
                    <a:pt x="1072896" y="879221"/>
                    <a:pt x="1079754" y="863727"/>
                  </a:cubicBezTo>
                  <a:lnTo>
                    <a:pt x="1126109" y="884428"/>
                  </a:lnTo>
                  <a:cubicBezTo>
                    <a:pt x="1119378" y="899541"/>
                    <a:pt x="1112647" y="915035"/>
                    <a:pt x="1106043" y="930529"/>
                  </a:cubicBezTo>
                  <a:close/>
                  <a:moveTo>
                    <a:pt x="1147953" y="836803"/>
                  </a:moveTo>
                  <a:cubicBezTo>
                    <a:pt x="1155319" y="821182"/>
                    <a:pt x="1162812" y="805815"/>
                    <a:pt x="1170432" y="790575"/>
                  </a:cubicBezTo>
                  <a:lnTo>
                    <a:pt x="1215898" y="813308"/>
                  </a:lnTo>
                  <a:cubicBezTo>
                    <a:pt x="1208532" y="828167"/>
                    <a:pt x="1201166" y="843153"/>
                    <a:pt x="1193927" y="858520"/>
                  </a:cubicBezTo>
                  <a:close/>
                  <a:moveTo>
                    <a:pt x="1239901" y="766572"/>
                  </a:moveTo>
                  <a:cubicBezTo>
                    <a:pt x="1248029" y="751332"/>
                    <a:pt x="1256284" y="736219"/>
                    <a:pt x="1264539" y="721487"/>
                  </a:cubicBezTo>
                  <a:lnTo>
                    <a:pt x="1308862" y="746379"/>
                  </a:lnTo>
                  <a:cubicBezTo>
                    <a:pt x="1300734" y="760857"/>
                    <a:pt x="1292733" y="775462"/>
                    <a:pt x="1284859" y="790448"/>
                  </a:cubicBezTo>
                  <a:close/>
                  <a:moveTo>
                    <a:pt x="1335405" y="700786"/>
                  </a:moveTo>
                  <a:cubicBezTo>
                    <a:pt x="1344295" y="685927"/>
                    <a:pt x="1353312" y="671322"/>
                    <a:pt x="1362456" y="656971"/>
                  </a:cubicBezTo>
                  <a:lnTo>
                    <a:pt x="1405255" y="684276"/>
                  </a:lnTo>
                  <a:cubicBezTo>
                    <a:pt x="1396365" y="698246"/>
                    <a:pt x="1387602" y="712343"/>
                    <a:pt x="1378966" y="726821"/>
                  </a:cubicBezTo>
                  <a:close/>
                  <a:moveTo>
                    <a:pt x="1434465" y="639953"/>
                  </a:moveTo>
                  <a:cubicBezTo>
                    <a:pt x="1444371" y="625475"/>
                    <a:pt x="1454277" y="611378"/>
                    <a:pt x="1464437" y="597535"/>
                  </a:cubicBezTo>
                  <a:lnTo>
                    <a:pt x="1505458" y="627507"/>
                  </a:lnTo>
                  <a:cubicBezTo>
                    <a:pt x="1495679" y="640842"/>
                    <a:pt x="1486027" y="654558"/>
                    <a:pt x="1476502" y="668528"/>
                  </a:cubicBezTo>
                  <a:close/>
                  <a:moveTo>
                    <a:pt x="1537589" y="585089"/>
                  </a:moveTo>
                  <a:cubicBezTo>
                    <a:pt x="1548384" y="571373"/>
                    <a:pt x="1559433" y="557911"/>
                    <a:pt x="1570482" y="544830"/>
                  </a:cubicBezTo>
                  <a:lnTo>
                    <a:pt x="1609090" y="577723"/>
                  </a:lnTo>
                  <a:cubicBezTo>
                    <a:pt x="1598422" y="590296"/>
                    <a:pt x="1587881" y="603123"/>
                    <a:pt x="1577340" y="616458"/>
                  </a:cubicBezTo>
                  <a:close/>
                  <a:moveTo>
                    <a:pt x="1644777" y="537464"/>
                  </a:moveTo>
                  <a:cubicBezTo>
                    <a:pt x="1656715" y="524637"/>
                    <a:pt x="1668653" y="512191"/>
                    <a:pt x="1680845" y="500253"/>
                  </a:cubicBezTo>
                  <a:lnTo>
                    <a:pt x="1716532" y="536448"/>
                  </a:lnTo>
                  <a:cubicBezTo>
                    <a:pt x="1704975" y="547878"/>
                    <a:pt x="1693418" y="559689"/>
                    <a:pt x="1682115" y="572008"/>
                  </a:cubicBezTo>
                  <a:close/>
                  <a:moveTo>
                    <a:pt x="1756156" y="499237"/>
                  </a:moveTo>
                  <a:cubicBezTo>
                    <a:pt x="1769364" y="487553"/>
                    <a:pt x="1782699" y="476250"/>
                    <a:pt x="1796161" y="465455"/>
                  </a:cubicBezTo>
                  <a:lnTo>
                    <a:pt x="1827784" y="505206"/>
                  </a:lnTo>
                  <a:cubicBezTo>
                    <a:pt x="1815084" y="515366"/>
                    <a:pt x="1802384" y="526034"/>
                    <a:pt x="1789938" y="537083"/>
                  </a:cubicBezTo>
                  <a:close/>
                  <a:moveTo>
                    <a:pt x="1871726" y="471932"/>
                  </a:moveTo>
                  <a:cubicBezTo>
                    <a:pt x="1886204" y="461772"/>
                    <a:pt x="1900809" y="452120"/>
                    <a:pt x="1915541" y="443230"/>
                  </a:cubicBezTo>
                  <a:lnTo>
                    <a:pt x="1941957" y="486664"/>
                  </a:lnTo>
                  <a:cubicBezTo>
                    <a:pt x="1928241" y="495046"/>
                    <a:pt x="1914525" y="504063"/>
                    <a:pt x="1900936" y="513588"/>
                  </a:cubicBezTo>
                  <a:close/>
                  <a:moveTo>
                    <a:pt x="1990598" y="459105"/>
                  </a:moveTo>
                  <a:cubicBezTo>
                    <a:pt x="2006346" y="450977"/>
                    <a:pt x="2022221" y="443611"/>
                    <a:pt x="2038350" y="436753"/>
                  </a:cubicBezTo>
                  <a:lnTo>
                    <a:pt x="2058035" y="483616"/>
                  </a:lnTo>
                  <a:cubicBezTo>
                    <a:pt x="2043176" y="489839"/>
                    <a:pt x="2028444" y="496697"/>
                    <a:pt x="2013839" y="504190"/>
                  </a:cubicBezTo>
                  <a:close/>
                  <a:moveTo>
                    <a:pt x="2111121" y="463423"/>
                  </a:moveTo>
                  <a:cubicBezTo>
                    <a:pt x="2128012" y="457962"/>
                    <a:pt x="2145030" y="453263"/>
                    <a:pt x="2162302" y="449326"/>
                  </a:cubicBezTo>
                  <a:lnTo>
                    <a:pt x="2173605" y="498856"/>
                  </a:lnTo>
                  <a:cubicBezTo>
                    <a:pt x="2157984" y="502412"/>
                    <a:pt x="2142363" y="506730"/>
                    <a:pt x="2126869" y="511810"/>
                  </a:cubicBezTo>
                  <a:close/>
                  <a:moveTo>
                    <a:pt x="1132078" y="4572"/>
                  </a:moveTo>
                  <a:cubicBezTo>
                    <a:pt x="1149604" y="2159"/>
                    <a:pt x="1167257" y="635"/>
                    <a:pt x="1184910" y="0"/>
                  </a:cubicBezTo>
                  <a:lnTo>
                    <a:pt x="1186815" y="50800"/>
                  </a:lnTo>
                  <a:cubicBezTo>
                    <a:pt x="1170686" y="51435"/>
                    <a:pt x="1154684" y="52832"/>
                    <a:pt x="1138682" y="54864"/>
                  </a:cubicBezTo>
                  <a:close/>
                  <a:moveTo>
                    <a:pt x="1238250" y="508"/>
                  </a:moveTo>
                  <a:cubicBezTo>
                    <a:pt x="1256030" y="1524"/>
                    <a:pt x="1273556" y="3429"/>
                    <a:pt x="1291082" y="6096"/>
                  </a:cubicBezTo>
                  <a:lnTo>
                    <a:pt x="1283462" y="56261"/>
                  </a:lnTo>
                  <a:cubicBezTo>
                    <a:pt x="1267587" y="53848"/>
                    <a:pt x="1251458" y="52197"/>
                    <a:pt x="1235456" y="51181"/>
                  </a:cubicBezTo>
                  <a:close/>
                  <a:moveTo>
                    <a:pt x="1340358" y="67183"/>
                  </a:moveTo>
                  <a:cubicBezTo>
                    <a:pt x="1357376" y="71374"/>
                    <a:pt x="1374394" y="76454"/>
                    <a:pt x="1391158" y="82169"/>
                  </a:cubicBezTo>
                  <a:lnTo>
                    <a:pt x="1374648" y="130175"/>
                  </a:lnTo>
                  <a:cubicBezTo>
                    <a:pt x="1359281" y="124841"/>
                    <a:pt x="1343660" y="120269"/>
                    <a:pt x="1328166" y="116459"/>
                  </a:cubicBezTo>
                  <a:close/>
                  <a:moveTo>
                    <a:pt x="1428242" y="150749"/>
                  </a:moveTo>
                  <a:cubicBezTo>
                    <a:pt x="1444244" y="157734"/>
                    <a:pt x="1459992" y="165481"/>
                    <a:pt x="1475740" y="173863"/>
                  </a:cubicBezTo>
                  <a:lnTo>
                    <a:pt x="1466723" y="118745"/>
                  </a:lnTo>
                  <a:cubicBezTo>
                    <a:pt x="1452118" y="110998"/>
                    <a:pt x="1437513" y="103886"/>
                    <a:pt x="1422781" y="97282"/>
                  </a:cubicBezTo>
                  <a:close/>
                  <a:moveTo>
                    <a:pt x="1515618" y="146812"/>
                  </a:moveTo>
                  <a:cubicBezTo>
                    <a:pt x="1530223" y="155956"/>
                    <a:pt x="1544701" y="165735"/>
                    <a:pt x="1558925" y="176149"/>
                  </a:cubicBezTo>
                  <a:lnTo>
                    <a:pt x="1529207" y="217297"/>
                  </a:lnTo>
                  <a:cubicBezTo>
                    <a:pt x="1515745" y="207518"/>
                    <a:pt x="1502156" y="198374"/>
                    <a:pt x="1488567" y="189865"/>
                  </a:cubicBezTo>
                  <a:close/>
                  <a:moveTo>
                    <a:pt x="1573276" y="250952"/>
                  </a:moveTo>
                  <a:cubicBezTo>
                    <a:pt x="1586611" y="261874"/>
                    <a:pt x="1599819" y="273177"/>
                    <a:pt x="1612773" y="284988"/>
                  </a:cubicBezTo>
                  <a:lnTo>
                    <a:pt x="1578610" y="322580"/>
                  </a:lnTo>
                  <a:cubicBezTo>
                    <a:pt x="1566291" y="311277"/>
                    <a:pt x="1553718" y="300482"/>
                    <a:pt x="1541145" y="290322"/>
                  </a:cubicBezTo>
                  <a:close/>
                  <a:moveTo>
                    <a:pt x="1618361" y="360553"/>
                  </a:moveTo>
                  <a:cubicBezTo>
                    <a:pt x="1630426" y="372618"/>
                    <a:pt x="1642237" y="385191"/>
                    <a:pt x="1654048" y="398018"/>
                  </a:cubicBezTo>
                  <a:lnTo>
                    <a:pt x="1616456" y="432181"/>
                  </a:lnTo>
                  <a:cubicBezTo>
                    <a:pt x="1605153" y="419862"/>
                    <a:pt x="1593850" y="407797"/>
                    <a:pt x="1582293" y="396367"/>
                  </a:cubicBezTo>
                  <a:close/>
                  <a:moveTo>
                    <a:pt x="1652016" y="472821"/>
                  </a:moveTo>
                  <a:cubicBezTo>
                    <a:pt x="1662938" y="485902"/>
                    <a:pt x="1673860" y="499364"/>
                    <a:pt x="1684528" y="513207"/>
                  </a:cubicBezTo>
                  <a:lnTo>
                    <a:pt x="1644396" y="544322"/>
                  </a:lnTo>
                  <a:cubicBezTo>
                    <a:pt x="1634109" y="530987"/>
                    <a:pt x="1623568" y="518033"/>
                    <a:pt x="1613027" y="505460"/>
                  </a:cubicBezTo>
                  <a:close/>
                  <a:moveTo>
                    <a:pt x="1676527" y="587248"/>
                  </a:moveTo>
                  <a:cubicBezTo>
                    <a:pt x="1686560" y="601091"/>
                    <a:pt x="1696339" y="615188"/>
                    <a:pt x="1706118" y="629666"/>
                  </a:cubicBezTo>
                  <a:lnTo>
                    <a:pt x="1663954" y="657987"/>
                  </a:lnTo>
                  <a:cubicBezTo>
                    <a:pt x="1654556" y="644017"/>
                    <a:pt x="1645031" y="630301"/>
                    <a:pt x="1635379" y="616839"/>
                  </a:cubicBezTo>
                  <a:close/>
                  <a:moveTo>
                    <a:pt x="1693037" y="702564"/>
                  </a:moveTo>
                  <a:cubicBezTo>
                    <a:pt x="1702054" y="716915"/>
                    <a:pt x="1711071" y="731647"/>
                    <a:pt x="1719834" y="746506"/>
                  </a:cubicBezTo>
                  <a:lnTo>
                    <a:pt x="1676146" y="772414"/>
                  </a:lnTo>
                  <a:cubicBezTo>
                    <a:pt x="1667510" y="757936"/>
                    <a:pt x="1658874" y="743585"/>
                    <a:pt x="1650111" y="729615"/>
                  </a:cubicBezTo>
                  <a:close/>
                  <a:moveTo>
                    <a:pt x="1702562" y="818261"/>
                  </a:moveTo>
                  <a:cubicBezTo>
                    <a:pt x="1710817" y="833120"/>
                    <a:pt x="1718945" y="848233"/>
                    <a:pt x="1726946" y="863473"/>
                  </a:cubicBezTo>
                  <a:lnTo>
                    <a:pt x="1681988" y="887095"/>
                  </a:lnTo>
                  <a:cubicBezTo>
                    <a:pt x="1674114" y="872109"/>
                    <a:pt x="1666240" y="857377"/>
                    <a:pt x="1658112" y="842899"/>
                  </a:cubicBezTo>
                  <a:close/>
                  <a:moveTo>
                    <a:pt x="1705864" y="933958"/>
                  </a:moveTo>
                  <a:cubicBezTo>
                    <a:pt x="1713357" y="949198"/>
                    <a:pt x="1720850" y="964565"/>
                    <a:pt x="1728089" y="980313"/>
                  </a:cubicBezTo>
                  <a:lnTo>
                    <a:pt x="1682115" y="1001776"/>
                  </a:lnTo>
                  <a:cubicBezTo>
                    <a:pt x="1675003" y="986409"/>
                    <a:pt x="1667764" y="971423"/>
                    <a:pt x="1660398" y="956437"/>
                  </a:cubicBezTo>
                  <a:close/>
                  <a:moveTo>
                    <a:pt x="1703832" y="1049528"/>
                  </a:moveTo>
                  <a:cubicBezTo>
                    <a:pt x="1710690" y="1065022"/>
                    <a:pt x="1717421" y="1080770"/>
                    <a:pt x="1724025" y="1096645"/>
                  </a:cubicBezTo>
                  <a:lnTo>
                    <a:pt x="1677162" y="1116203"/>
                  </a:lnTo>
                  <a:cubicBezTo>
                    <a:pt x="1670685" y="1100582"/>
                    <a:pt x="1664081" y="1085215"/>
                    <a:pt x="1657350" y="1069975"/>
                  </a:cubicBezTo>
                  <a:close/>
                  <a:moveTo>
                    <a:pt x="1696974" y="1164590"/>
                  </a:moveTo>
                  <a:cubicBezTo>
                    <a:pt x="1703197" y="1180338"/>
                    <a:pt x="1709293" y="1196340"/>
                    <a:pt x="1715389" y="1212469"/>
                  </a:cubicBezTo>
                  <a:lnTo>
                    <a:pt x="1667764" y="1230249"/>
                  </a:lnTo>
                  <a:cubicBezTo>
                    <a:pt x="1661795" y="1214374"/>
                    <a:pt x="1655826" y="1198753"/>
                    <a:pt x="1649730" y="1183259"/>
                  </a:cubicBezTo>
                  <a:close/>
                  <a:moveTo>
                    <a:pt x="1685671" y="1279271"/>
                  </a:moveTo>
                  <a:cubicBezTo>
                    <a:pt x="1691386" y="1295273"/>
                    <a:pt x="1696847" y="1311402"/>
                    <a:pt x="1702435" y="1327658"/>
                  </a:cubicBezTo>
                  <a:lnTo>
                    <a:pt x="1654302" y="1343787"/>
                  </a:lnTo>
                  <a:cubicBezTo>
                    <a:pt x="1648968" y="1327785"/>
                    <a:pt x="1643507" y="1311910"/>
                    <a:pt x="1637919" y="1296162"/>
                  </a:cubicBezTo>
                  <a:close/>
                  <a:moveTo>
                    <a:pt x="1670431" y="1392809"/>
                  </a:moveTo>
                  <a:cubicBezTo>
                    <a:pt x="1675511" y="1408811"/>
                    <a:pt x="1680464" y="1424940"/>
                    <a:pt x="1685417" y="1441196"/>
                  </a:cubicBezTo>
                  <a:lnTo>
                    <a:pt x="1636776" y="1455801"/>
                  </a:lnTo>
                  <a:cubicBezTo>
                    <a:pt x="1631950" y="1439799"/>
                    <a:pt x="1627124" y="1423924"/>
                    <a:pt x="1622044" y="1408176"/>
                  </a:cubicBezTo>
                  <a:close/>
                  <a:moveTo>
                    <a:pt x="1651381" y="1505712"/>
                  </a:moveTo>
                  <a:cubicBezTo>
                    <a:pt x="1656080" y="1522222"/>
                    <a:pt x="1660652" y="1538859"/>
                    <a:pt x="1665097" y="1555623"/>
                  </a:cubicBezTo>
                  <a:lnTo>
                    <a:pt x="1616075" y="1568704"/>
                  </a:lnTo>
                  <a:cubicBezTo>
                    <a:pt x="1611630" y="1552194"/>
                    <a:pt x="1607185" y="1535811"/>
                    <a:pt x="1602486" y="1519428"/>
                  </a:cubicBezTo>
                  <a:close/>
                  <a:moveTo>
                    <a:pt x="1629029" y="1618742"/>
                  </a:moveTo>
                  <a:cubicBezTo>
                    <a:pt x="1633093" y="1634998"/>
                    <a:pt x="1637157" y="1651508"/>
                    <a:pt x="1641094" y="1668018"/>
                  </a:cubicBezTo>
                  <a:lnTo>
                    <a:pt x="1591691" y="1679702"/>
                  </a:lnTo>
                  <a:cubicBezTo>
                    <a:pt x="1587881" y="1663446"/>
                    <a:pt x="1583817" y="1647190"/>
                    <a:pt x="1579753" y="1631188"/>
                  </a:cubicBezTo>
                  <a:close/>
                  <a:moveTo>
                    <a:pt x="1603248" y="1730375"/>
                  </a:moveTo>
                  <a:cubicBezTo>
                    <a:pt x="1606931" y="1747139"/>
                    <a:pt x="1610614" y="1764030"/>
                    <a:pt x="1614170" y="1780921"/>
                  </a:cubicBezTo>
                  <a:lnTo>
                    <a:pt x="1564386" y="1791335"/>
                  </a:lnTo>
                  <a:cubicBezTo>
                    <a:pt x="1560830" y="1774571"/>
                    <a:pt x="1557274" y="1757934"/>
                    <a:pt x="1553591" y="1741424"/>
                  </a:cubicBezTo>
                  <a:close/>
                  <a:moveTo>
                    <a:pt x="1574546" y="1842008"/>
                  </a:moveTo>
                  <a:cubicBezTo>
                    <a:pt x="1577721" y="1858518"/>
                    <a:pt x="1580896" y="1875155"/>
                    <a:pt x="1583944" y="1891792"/>
                  </a:cubicBezTo>
                  <a:lnTo>
                    <a:pt x="1533906" y="1900936"/>
                  </a:lnTo>
                  <a:cubicBezTo>
                    <a:pt x="1530858" y="1884426"/>
                    <a:pt x="1527810" y="1868043"/>
                    <a:pt x="1524635" y="1851787"/>
                  </a:cubicBezTo>
                  <a:close/>
                  <a:moveTo>
                    <a:pt x="1542923" y="1951990"/>
                  </a:moveTo>
                  <a:cubicBezTo>
                    <a:pt x="1545717" y="1968881"/>
                    <a:pt x="1548511" y="1985899"/>
                    <a:pt x="1551178" y="2002917"/>
                  </a:cubicBezTo>
                  <a:lnTo>
                    <a:pt x="1501013" y="2010791"/>
                  </a:lnTo>
                  <a:cubicBezTo>
                    <a:pt x="1498346" y="1993900"/>
                    <a:pt x="1495679" y="1977136"/>
                    <a:pt x="1492885" y="1960499"/>
                  </a:cubicBezTo>
                  <a:close/>
                  <a:moveTo>
                    <a:pt x="1508760" y="2061972"/>
                  </a:moveTo>
                  <a:cubicBezTo>
                    <a:pt x="1511173" y="2078609"/>
                    <a:pt x="1513459" y="2095373"/>
                    <a:pt x="1515745" y="2112137"/>
                  </a:cubicBezTo>
                  <a:lnTo>
                    <a:pt x="1465326" y="2118741"/>
                  </a:lnTo>
                  <a:cubicBezTo>
                    <a:pt x="1463167" y="2102104"/>
                    <a:pt x="1460881" y="2085594"/>
                    <a:pt x="1458468" y="2069211"/>
                  </a:cubicBezTo>
                  <a:close/>
                  <a:moveTo>
                    <a:pt x="1471803" y="2170049"/>
                  </a:moveTo>
                  <a:cubicBezTo>
                    <a:pt x="1473835" y="2187067"/>
                    <a:pt x="1475740" y="2204085"/>
                    <a:pt x="1477645" y="2221103"/>
                  </a:cubicBezTo>
                  <a:lnTo>
                    <a:pt x="1427099" y="2226564"/>
                  </a:lnTo>
                  <a:cubicBezTo>
                    <a:pt x="1425321" y="2209673"/>
                    <a:pt x="1423289" y="2192782"/>
                    <a:pt x="1421384" y="2176018"/>
                  </a:cubicBezTo>
                  <a:close/>
                  <a:moveTo>
                    <a:pt x="1432433" y="2278380"/>
                  </a:moveTo>
                  <a:cubicBezTo>
                    <a:pt x="1434084" y="2295144"/>
                    <a:pt x="1435608" y="2311908"/>
                    <a:pt x="1437005" y="2328799"/>
                  </a:cubicBezTo>
                  <a:lnTo>
                    <a:pt x="1386332" y="2333117"/>
                  </a:lnTo>
                  <a:cubicBezTo>
                    <a:pt x="1384935" y="2316480"/>
                    <a:pt x="1383411" y="2299843"/>
                    <a:pt x="1381760" y="2283333"/>
                  </a:cubicBezTo>
                  <a:close/>
                  <a:moveTo>
                    <a:pt x="1390396" y="2384425"/>
                  </a:moveTo>
                  <a:cubicBezTo>
                    <a:pt x="1391666" y="2401443"/>
                    <a:pt x="1392809" y="2418461"/>
                    <a:pt x="1393952" y="2435606"/>
                  </a:cubicBezTo>
                  <a:lnTo>
                    <a:pt x="1343279" y="2438781"/>
                  </a:lnTo>
                  <a:cubicBezTo>
                    <a:pt x="1342263" y="2421890"/>
                    <a:pt x="1341120" y="2404999"/>
                    <a:pt x="1339850" y="2388235"/>
                  </a:cubicBezTo>
                  <a:close/>
                  <a:moveTo>
                    <a:pt x="1346327" y="2490851"/>
                  </a:moveTo>
                  <a:cubicBezTo>
                    <a:pt x="1347216" y="2507742"/>
                    <a:pt x="1347978" y="2524633"/>
                    <a:pt x="1348613" y="2541651"/>
                  </a:cubicBezTo>
                  <a:lnTo>
                    <a:pt x="1297813" y="2543683"/>
                  </a:lnTo>
                  <a:cubicBezTo>
                    <a:pt x="1297178" y="2526919"/>
                    <a:pt x="1296416" y="2510155"/>
                    <a:pt x="1295527" y="2493518"/>
                  </a:cubicBezTo>
                  <a:close/>
                  <a:moveTo>
                    <a:pt x="1299718" y="2594991"/>
                  </a:moveTo>
                  <a:cubicBezTo>
                    <a:pt x="1300226" y="2612009"/>
                    <a:pt x="1300607" y="2629027"/>
                    <a:pt x="1300988" y="2646045"/>
                  </a:cubicBezTo>
                  <a:lnTo>
                    <a:pt x="1250188" y="2647061"/>
                  </a:lnTo>
                  <a:cubicBezTo>
                    <a:pt x="1249807" y="2630170"/>
                    <a:pt x="1249426" y="2613279"/>
                    <a:pt x="1248918" y="2596515"/>
                  </a:cubicBezTo>
                  <a:close/>
                  <a:moveTo>
                    <a:pt x="1250950" y="2698877"/>
                  </a:moveTo>
                  <a:cubicBezTo>
                    <a:pt x="1251077" y="2712593"/>
                    <a:pt x="1251077" y="2726182"/>
                    <a:pt x="1251077" y="2739898"/>
                  </a:cubicBezTo>
                  <a:lnTo>
                    <a:pt x="1225677" y="2739898"/>
                  </a:lnTo>
                  <a:lnTo>
                    <a:pt x="1251077" y="2739898"/>
                  </a:lnTo>
                  <a:cubicBezTo>
                    <a:pt x="1251077" y="2743454"/>
                    <a:pt x="1251077" y="2746883"/>
                    <a:pt x="1251077" y="2750439"/>
                  </a:cubicBezTo>
                  <a:lnTo>
                    <a:pt x="1200277" y="2750312"/>
                  </a:lnTo>
                  <a:cubicBezTo>
                    <a:pt x="1200277" y="2746883"/>
                    <a:pt x="1200277" y="2743327"/>
                    <a:pt x="1200277" y="2739898"/>
                  </a:cubicBezTo>
                  <a:cubicBezTo>
                    <a:pt x="1200277" y="2726309"/>
                    <a:pt x="1200277" y="2712847"/>
                    <a:pt x="1200150" y="2699258"/>
                  </a:cubicBezTo>
                  <a:close/>
                  <a:moveTo>
                    <a:pt x="1199896" y="2802382"/>
                  </a:moveTo>
                  <a:cubicBezTo>
                    <a:pt x="1199642" y="2819527"/>
                    <a:pt x="1199388" y="2836545"/>
                    <a:pt x="1199007" y="2853563"/>
                  </a:cubicBezTo>
                  <a:lnTo>
                    <a:pt x="1148207" y="2852420"/>
                  </a:lnTo>
                  <a:cubicBezTo>
                    <a:pt x="1148588" y="2835529"/>
                    <a:pt x="1148969" y="2818638"/>
                    <a:pt x="1149096" y="2801747"/>
                  </a:cubicBezTo>
                  <a:close/>
                  <a:moveTo>
                    <a:pt x="1146683" y="2903855"/>
                  </a:moveTo>
                  <a:cubicBezTo>
                    <a:pt x="1146048" y="2920746"/>
                    <a:pt x="1145413" y="2937637"/>
                    <a:pt x="1144651" y="2954528"/>
                  </a:cubicBezTo>
                  <a:lnTo>
                    <a:pt x="1093851" y="2952242"/>
                  </a:lnTo>
                  <a:cubicBezTo>
                    <a:pt x="1094613" y="2935605"/>
                    <a:pt x="1095248" y="2918968"/>
                    <a:pt x="1095883" y="2902204"/>
                  </a:cubicBezTo>
                  <a:close/>
                  <a:moveTo>
                    <a:pt x="1091311" y="3004058"/>
                  </a:moveTo>
                  <a:cubicBezTo>
                    <a:pt x="1090295" y="3021203"/>
                    <a:pt x="1089279" y="3038348"/>
                    <a:pt x="1088136" y="3055366"/>
                  </a:cubicBezTo>
                  <a:lnTo>
                    <a:pt x="1037463" y="3051937"/>
                  </a:lnTo>
                  <a:cubicBezTo>
                    <a:pt x="1038606" y="3035046"/>
                    <a:pt x="1039622" y="3018155"/>
                    <a:pt x="1040638" y="3001137"/>
                  </a:cubicBezTo>
                  <a:close/>
                  <a:moveTo>
                    <a:pt x="1033780" y="3103499"/>
                  </a:moveTo>
                  <a:cubicBezTo>
                    <a:pt x="1032510" y="3120390"/>
                    <a:pt x="1030986" y="3137281"/>
                    <a:pt x="1029462" y="3154045"/>
                  </a:cubicBezTo>
                  <a:lnTo>
                    <a:pt x="978916" y="3149473"/>
                  </a:lnTo>
                  <a:cubicBezTo>
                    <a:pt x="980440" y="3132836"/>
                    <a:pt x="981837" y="3116199"/>
                    <a:pt x="983107" y="3099435"/>
                  </a:cubicBezTo>
                  <a:close/>
                  <a:moveTo>
                    <a:pt x="973963" y="3200654"/>
                  </a:moveTo>
                  <a:cubicBezTo>
                    <a:pt x="972185" y="3217799"/>
                    <a:pt x="970407" y="3234944"/>
                    <a:pt x="968502" y="3251962"/>
                  </a:cubicBezTo>
                  <a:lnTo>
                    <a:pt x="918083" y="3246247"/>
                  </a:lnTo>
                  <a:cubicBezTo>
                    <a:pt x="919988" y="3229356"/>
                    <a:pt x="921766" y="3212465"/>
                    <a:pt x="923544" y="3195447"/>
                  </a:cubicBezTo>
                  <a:close/>
                  <a:moveTo>
                    <a:pt x="911987" y="3297682"/>
                  </a:moveTo>
                  <a:cubicBezTo>
                    <a:pt x="909828" y="3314573"/>
                    <a:pt x="907669" y="3331337"/>
                    <a:pt x="905383" y="3348101"/>
                  </a:cubicBezTo>
                  <a:lnTo>
                    <a:pt x="855091" y="3341243"/>
                  </a:lnTo>
                  <a:cubicBezTo>
                    <a:pt x="857377" y="3324733"/>
                    <a:pt x="859536" y="3308096"/>
                    <a:pt x="861568" y="3291332"/>
                  </a:cubicBezTo>
                  <a:close/>
                  <a:moveTo>
                    <a:pt x="847852" y="3391789"/>
                  </a:moveTo>
                  <a:cubicBezTo>
                    <a:pt x="845312" y="3408934"/>
                    <a:pt x="842645" y="3425952"/>
                    <a:pt x="839978" y="3442843"/>
                  </a:cubicBezTo>
                  <a:lnTo>
                    <a:pt x="789813" y="3434715"/>
                  </a:lnTo>
                  <a:cubicBezTo>
                    <a:pt x="792480" y="3417951"/>
                    <a:pt x="795147" y="3401187"/>
                    <a:pt x="797687" y="3384296"/>
                  </a:cubicBezTo>
                  <a:close/>
                  <a:moveTo>
                    <a:pt x="781177" y="3486150"/>
                  </a:moveTo>
                  <a:cubicBezTo>
                    <a:pt x="778256" y="3502914"/>
                    <a:pt x="775208" y="3519678"/>
                    <a:pt x="772160" y="3536315"/>
                  </a:cubicBezTo>
                  <a:lnTo>
                    <a:pt x="722249" y="3526917"/>
                  </a:lnTo>
                  <a:cubicBezTo>
                    <a:pt x="725297" y="3510534"/>
                    <a:pt x="728345" y="3494024"/>
                    <a:pt x="731266" y="3477387"/>
                  </a:cubicBezTo>
                  <a:close/>
                  <a:moveTo>
                    <a:pt x="712597" y="3577082"/>
                  </a:moveTo>
                  <a:cubicBezTo>
                    <a:pt x="709168" y="3593973"/>
                    <a:pt x="705739" y="3610864"/>
                    <a:pt x="702056" y="3627628"/>
                  </a:cubicBezTo>
                  <a:lnTo>
                    <a:pt x="652399" y="3616960"/>
                  </a:lnTo>
                  <a:cubicBezTo>
                    <a:pt x="655955" y="3600450"/>
                    <a:pt x="659384" y="3583813"/>
                    <a:pt x="662813" y="3567176"/>
                  </a:cubicBezTo>
                  <a:close/>
                  <a:moveTo>
                    <a:pt x="641223" y="3668014"/>
                  </a:moveTo>
                  <a:cubicBezTo>
                    <a:pt x="637413" y="3684651"/>
                    <a:pt x="633476" y="3701161"/>
                    <a:pt x="629539" y="3717671"/>
                  </a:cubicBezTo>
                  <a:lnTo>
                    <a:pt x="580136" y="3705606"/>
                  </a:lnTo>
                  <a:cubicBezTo>
                    <a:pt x="584073" y="3689350"/>
                    <a:pt x="587883" y="3673094"/>
                    <a:pt x="591693" y="3656584"/>
                  </a:cubicBezTo>
                  <a:close/>
                  <a:moveTo>
                    <a:pt x="567690" y="3755136"/>
                  </a:moveTo>
                  <a:cubicBezTo>
                    <a:pt x="563372" y="3771900"/>
                    <a:pt x="558927" y="3788537"/>
                    <a:pt x="554355" y="3805047"/>
                  </a:cubicBezTo>
                  <a:lnTo>
                    <a:pt x="505333" y="3791585"/>
                  </a:lnTo>
                  <a:cubicBezTo>
                    <a:pt x="509778" y="3775329"/>
                    <a:pt x="514223" y="3758946"/>
                    <a:pt x="518414" y="3742436"/>
                  </a:cubicBezTo>
                  <a:close/>
                  <a:moveTo>
                    <a:pt x="491109" y="3842004"/>
                  </a:moveTo>
                  <a:cubicBezTo>
                    <a:pt x="486283" y="3858387"/>
                    <a:pt x="481457" y="3874643"/>
                    <a:pt x="476504" y="3890899"/>
                  </a:cubicBezTo>
                  <a:lnTo>
                    <a:pt x="427990" y="3875913"/>
                  </a:lnTo>
                  <a:cubicBezTo>
                    <a:pt x="432816" y="3860038"/>
                    <a:pt x="437642" y="3844036"/>
                    <a:pt x="442341" y="3827780"/>
                  </a:cubicBezTo>
                  <a:close/>
                  <a:moveTo>
                    <a:pt x="412623" y="3924681"/>
                  </a:moveTo>
                  <a:cubicBezTo>
                    <a:pt x="407289" y="3941064"/>
                    <a:pt x="401955" y="3957193"/>
                    <a:pt x="396367" y="3973195"/>
                  </a:cubicBezTo>
                  <a:lnTo>
                    <a:pt x="348361" y="3956685"/>
                  </a:lnTo>
                  <a:cubicBezTo>
                    <a:pt x="353822" y="3940937"/>
                    <a:pt x="359029" y="3925062"/>
                    <a:pt x="364363" y="3908933"/>
                  </a:cubicBezTo>
                  <a:close/>
                  <a:moveTo>
                    <a:pt x="331089" y="4005834"/>
                  </a:moveTo>
                  <a:cubicBezTo>
                    <a:pt x="325247" y="4021963"/>
                    <a:pt x="319278" y="4037965"/>
                    <a:pt x="313182" y="4053840"/>
                  </a:cubicBezTo>
                  <a:lnTo>
                    <a:pt x="265684" y="4035679"/>
                  </a:lnTo>
                  <a:cubicBezTo>
                    <a:pt x="271653" y="4020185"/>
                    <a:pt x="277495" y="4004437"/>
                    <a:pt x="283210" y="3988562"/>
                  </a:cubicBezTo>
                  <a:close/>
                  <a:moveTo>
                    <a:pt x="246507" y="4084320"/>
                  </a:moveTo>
                  <a:cubicBezTo>
                    <a:pt x="240030" y="4100322"/>
                    <a:pt x="233426" y="4116070"/>
                    <a:pt x="226822" y="4131691"/>
                  </a:cubicBezTo>
                  <a:lnTo>
                    <a:pt x="180086" y="4111752"/>
                  </a:lnTo>
                  <a:cubicBezTo>
                    <a:pt x="186563" y="4096512"/>
                    <a:pt x="193040" y="4081018"/>
                    <a:pt x="199390" y="4065270"/>
                  </a:cubicBezTo>
                  <a:close/>
                  <a:moveTo>
                    <a:pt x="159004" y="4159631"/>
                  </a:moveTo>
                  <a:cubicBezTo>
                    <a:pt x="151892" y="4175379"/>
                    <a:pt x="144653" y="4190873"/>
                    <a:pt x="137414" y="4206240"/>
                  </a:cubicBezTo>
                  <a:lnTo>
                    <a:pt x="91567" y="4184269"/>
                  </a:lnTo>
                  <a:cubicBezTo>
                    <a:pt x="98679" y="4169283"/>
                    <a:pt x="105791" y="4154043"/>
                    <a:pt x="112776" y="4138676"/>
                  </a:cubicBezTo>
                  <a:close/>
                  <a:moveTo>
                    <a:pt x="68453" y="4231386"/>
                  </a:moveTo>
                  <a:cubicBezTo>
                    <a:pt x="60706" y="4246753"/>
                    <a:pt x="52705" y="4261993"/>
                    <a:pt x="44704" y="4276979"/>
                  </a:cubicBezTo>
                  <a:lnTo>
                    <a:pt x="0" y="4252976"/>
                  </a:lnTo>
                  <a:cubicBezTo>
                    <a:pt x="7874" y="4238371"/>
                    <a:pt x="15621" y="4223512"/>
                    <a:pt x="23241" y="4208526"/>
                  </a:cubicBezTo>
                  <a:close/>
                  <a:moveTo>
                    <a:pt x="1931162" y="4025519"/>
                  </a:moveTo>
                  <a:cubicBezTo>
                    <a:pt x="1922526" y="4040632"/>
                    <a:pt x="1913890" y="4055364"/>
                    <a:pt x="1905000" y="4069969"/>
                  </a:cubicBezTo>
                  <a:lnTo>
                    <a:pt x="1861566" y="4043680"/>
                  </a:lnTo>
                  <a:cubicBezTo>
                    <a:pt x="1870075" y="4029583"/>
                    <a:pt x="1878584" y="4015105"/>
                    <a:pt x="1886966" y="4000500"/>
                  </a:cubicBezTo>
                  <a:close/>
                  <a:moveTo>
                    <a:pt x="1833499" y="4088511"/>
                  </a:moveTo>
                  <a:cubicBezTo>
                    <a:pt x="1824101" y="4103116"/>
                    <a:pt x="1814449" y="4117340"/>
                    <a:pt x="1804797" y="4131437"/>
                  </a:cubicBezTo>
                  <a:lnTo>
                    <a:pt x="1763014" y="4102481"/>
                  </a:lnTo>
                  <a:cubicBezTo>
                    <a:pt x="1772412" y="4088892"/>
                    <a:pt x="1781683" y="4075049"/>
                    <a:pt x="1790827" y="4060952"/>
                  </a:cubicBezTo>
                  <a:close/>
                  <a:moveTo>
                    <a:pt x="1731899" y="4146042"/>
                  </a:moveTo>
                  <a:cubicBezTo>
                    <a:pt x="1721485" y="4160012"/>
                    <a:pt x="1711071" y="4173601"/>
                    <a:pt x="1700403" y="4186809"/>
                  </a:cubicBezTo>
                  <a:lnTo>
                    <a:pt x="1660779" y="4155059"/>
                  </a:lnTo>
                  <a:cubicBezTo>
                    <a:pt x="1670939" y="4142232"/>
                    <a:pt x="1681099" y="4129151"/>
                    <a:pt x="1691132" y="4115689"/>
                  </a:cubicBezTo>
                  <a:close/>
                  <a:moveTo>
                    <a:pt x="1626489" y="4196334"/>
                  </a:moveTo>
                  <a:cubicBezTo>
                    <a:pt x="1615059" y="4209542"/>
                    <a:pt x="1603375" y="4222496"/>
                    <a:pt x="1591691" y="4234942"/>
                  </a:cubicBezTo>
                  <a:lnTo>
                    <a:pt x="1554734" y="4200017"/>
                  </a:lnTo>
                  <a:cubicBezTo>
                    <a:pt x="1566037" y="4188079"/>
                    <a:pt x="1577086" y="4175760"/>
                    <a:pt x="1588135" y="4163060"/>
                  </a:cubicBezTo>
                  <a:close/>
                  <a:moveTo>
                    <a:pt x="1516761" y="4238498"/>
                  </a:moveTo>
                  <a:cubicBezTo>
                    <a:pt x="1504188" y="4250690"/>
                    <a:pt x="1491361" y="4262374"/>
                    <a:pt x="1478534" y="4273550"/>
                  </a:cubicBezTo>
                  <a:lnTo>
                    <a:pt x="1445133" y="4235196"/>
                  </a:lnTo>
                  <a:cubicBezTo>
                    <a:pt x="1457325" y="4224528"/>
                    <a:pt x="1469517" y="4213479"/>
                    <a:pt x="1481455" y="4201795"/>
                  </a:cubicBezTo>
                  <a:close/>
                  <a:moveTo>
                    <a:pt x="1402842" y="4270121"/>
                  </a:moveTo>
                  <a:cubicBezTo>
                    <a:pt x="1388872" y="4281043"/>
                    <a:pt x="1374775" y="4291330"/>
                    <a:pt x="1360551" y="4301109"/>
                  </a:cubicBezTo>
                  <a:lnTo>
                    <a:pt x="1331849" y="4259199"/>
                  </a:lnTo>
                  <a:cubicBezTo>
                    <a:pt x="1345184" y="4250055"/>
                    <a:pt x="1358519" y="4240403"/>
                    <a:pt x="1371727" y="4230116"/>
                  </a:cubicBezTo>
                  <a:close/>
                  <a:moveTo>
                    <a:pt x="1285113" y="4289171"/>
                  </a:moveTo>
                  <a:cubicBezTo>
                    <a:pt x="1269873" y="4298188"/>
                    <a:pt x="1254506" y="4306570"/>
                    <a:pt x="1238885" y="4314190"/>
                  </a:cubicBezTo>
                  <a:lnTo>
                    <a:pt x="1216279" y="4268724"/>
                  </a:lnTo>
                  <a:cubicBezTo>
                    <a:pt x="1230757" y="4261612"/>
                    <a:pt x="1244981" y="4253865"/>
                    <a:pt x="1259205" y="4245356"/>
                  </a:cubicBezTo>
                  <a:close/>
                  <a:moveTo>
                    <a:pt x="1164844" y="4291965"/>
                  </a:moveTo>
                  <a:cubicBezTo>
                    <a:pt x="1148334" y="4298569"/>
                    <a:pt x="1131697" y="4304411"/>
                    <a:pt x="1114933" y="4309491"/>
                  </a:cubicBezTo>
                  <a:lnTo>
                    <a:pt x="1100074" y="4260850"/>
                  </a:lnTo>
                  <a:cubicBezTo>
                    <a:pt x="1115441" y="4256151"/>
                    <a:pt x="1130681" y="4250817"/>
                    <a:pt x="1145921" y="4244721"/>
                  </a:cubicBezTo>
                  <a:close/>
                  <a:moveTo>
                    <a:pt x="1044702" y="4275455"/>
                  </a:moveTo>
                  <a:cubicBezTo>
                    <a:pt x="1027303" y="4279138"/>
                    <a:pt x="1009904" y="4281932"/>
                    <a:pt x="992251" y="4283964"/>
                  </a:cubicBezTo>
                  <a:lnTo>
                    <a:pt x="986536" y="4233545"/>
                  </a:lnTo>
                  <a:cubicBezTo>
                    <a:pt x="1002538" y="4231767"/>
                    <a:pt x="1018540" y="4229100"/>
                    <a:pt x="1034288" y="4225798"/>
                  </a:cubicBezTo>
                  <a:close/>
                  <a:moveTo>
                    <a:pt x="1216533" y="4571619"/>
                  </a:moveTo>
                  <a:cubicBezTo>
                    <a:pt x="1213104" y="4571619"/>
                    <a:pt x="1209675" y="4571746"/>
                    <a:pt x="1206246" y="4571746"/>
                  </a:cubicBezTo>
                  <a:lnTo>
                    <a:pt x="1206246" y="4546346"/>
                  </a:lnTo>
                  <a:lnTo>
                    <a:pt x="1206246" y="4571746"/>
                  </a:lnTo>
                  <a:cubicBezTo>
                    <a:pt x="1191895" y="4571746"/>
                    <a:pt x="1177544" y="4571238"/>
                    <a:pt x="1163320" y="4570095"/>
                  </a:cubicBezTo>
                  <a:lnTo>
                    <a:pt x="1167257" y="4519422"/>
                  </a:lnTo>
                  <a:cubicBezTo>
                    <a:pt x="1180211" y="4520438"/>
                    <a:pt x="1193165" y="4520946"/>
                    <a:pt x="1206246" y="4520946"/>
                  </a:cubicBezTo>
                  <a:cubicBezTo>
                    <a:pt x="1209421" y="4520946"/>
                    <a:pt x="1212469" y="4520946"/>
                    <a:pt x="1215644" y="4520819"/>
                  </a:cubicBezTo>
                  <a:close/>
                  <a:moveTo>
                    <a:pt x="1109726" y="4512691"/>
                  </a:moveTo>
                  <a:cubicBezTo>
                    <a:pt x="1092327" y="4509643"/>
                    <a:pt x="1075055" y="4505833"/>
                    <a:pt x="1057910" y="4501261"/>
                  </a:cubicBezTo>
                  <a:lnTo>
                    <a:pt x="1070991" y="4452239"/>
                  </a:lnTo>
                  <a:cubicBezTo>
                    <a:pt x="1086612" y="4456430"/>
                    <a:pt x="1102360" y="4459859"/>
                    <a:pt x="1118235" y="4462653"/>
                  </a:cubicBezTo>
                  <a:close/>
                  <a:moveTo>
                    <a:pt x="1016000" y="4435348"/>
                  </a:moveTo>
                  <a:cubicBezTo>
                    <a:pt x="999617" y="4429379"/>
                    <a:pt x="983234" y="4422648"/>
                    <a:pt x="967105" y="4415282"/>
                  </a:cubicBezTo>
                  <a:lnTo>
                    <a:pt x="980567" y="4470019"/>
                  </a:lnTo>
                  <a:cubicBezTo>
                    <a:pt x="995426" y="4476877"/>
                    <a:pt x="1010539" y="4482973"/>
                    <a:pt x="1025652" y="4488561"/>
                  </a:cubicBezTo>
                  <a:close/>
                  <a:moveTo>
                    <a:pt x="929767" y="4444746"/>
                  </a:moveTo>
                  <a:cubicBezTo>
                    <a:pt x="914527" y="4436364"/>
                    <a:pt x="899541" y="4427347"/>
                    <a:pt x="884682" y="4417695"/>
                  </a:cubicBezTo>
                  <a:lnTo>
                    <a:pt x="912368" y="4375023"/>
                  </a:lnTo>
                  <a:cubicBezTo>
                    <a:pt x="926338" y="4384040"/>
                    <a:pt x="940308" y="4392549"/>
                    <a:pt x="954532" y="4400296"/>
                  </a:cubicBezTo>
                  <a:close/>
                  <a:moveTo>
                    <a:pt x="866394" y="4343400"/>
                  </a:moveTo>
                  <a:cubicBezTo>
                    <a:pt x="852551" y="4333113"/>
                    <a:pt x="838962" y="4322445"/>
                    <a:pt x="825500" y="4311142"/>
                  </a:cubicBezTo>
                  <a:lnTo>
                    <a:pt x="858012" y="4272153"/>
                  </a:lnTo>
                  <a:cubicBezTo>
                    <a:pt x="870839" y="4282821"/>
                    <a:pt x="883666" y="4292981"/>
                    <a:pt x="896620" y="4302633"/>
                  </a:cubicBezTo>
                  <a:close/>
                  <a:moveTo>
                    <a:pt x="816610" y="4235958"/>
                  </a:moveTo>
                  <a:cubicBezTo>
                    <a:pt x="804037" y="4224274"/>
                    <a:pt x="791591" y="4212082"/>
                    <a:pt x="779272" y="4199509"/>
                  </a:cubicBezTo>
                  <a:lnTo>
                    <a:pt x="815594" y="4163949"/>
                  </a:lnTo>
                  <a:cubicBezTo>
                    <a:pt x="827278" y="4176014"/>
                    <a:pt x="839216" y="4187571"/>
                    <a:pt x="851154" y="4198620"/>
                  </a:cubicBezTo>
                  <a:close/>
                  <a:moveTo>
                    <a:pt x="778383" y="4124198"/>
                  </a:moveTo>
                  <a:cubicBezTo>
                    <a:pt x="767080" y="4111498"/>
                    <a:pt x="755777" y="4098417"/>
                    <a:pt x="744728" y="4085082"/>
                  </a:cubicBezTo>
                  <a:lnTo>
                    <a:pt x="783971" y="4052697"/>
                  </a:lnTo>
                  <a:cubicBezTo>
                    <a:pt x="794639" y="4065651"/>
                    <a:pt x="805434" y="4078097"/>
                    <a:pt x="816229" y="4090289"/>
                  </a:cubicBezTo>
                  <a:close/>
                  <a:moveTo>
                    <a:pt x="750443" y="4010660"/>
                  </a:moveTo>
                  <a:cubicBezTo>
                    <a:pt x="740029" y="3997071"/>
                    <a:pt x="729742" y="3983101"/>
                    <a:pt x="719582" y="3968877"/>
                  </a:cubicBezTo>
                  <a:lnTo>
                    <a:pt x="760984" y="3939413"/>
                  </a:lnTo>
                  <a:cubicBezTo>
                    <a:pt x="770763" y="3953256"/>
                    <a:pt x="780669" y="3966718"/>
                    <a:pt x="790702" y="3979799"/>
                  </a:cubicBezTo>
                  <a:close/>
                  <a:moveTo>
                    <a:pt x="730631" y="3895471"/>
                  </a:moveTo>
                  <a:cubicBezTo>
                    <a:pt x="721233" y="3881247"/>
                    <a:pt x="711962" y="3866896"/>
                    <a:pt x="702818" y="3852037"/>
                  </a:cubicBezTo>
                  <a:lnTo>
                    <a:pt x="745998" y="3825240"/>
                  </a:lnTo>
                  <a:cubicBezTo>
                    <a:pt x="754888" y="3839591"/>
                    <a:pt x="763905" y="3853561"/>
                    <a:pt x="773049" y="3867404"/>
                  </a:cubicBezTo>
                  <a:close/>
                  <a:moveTo>
                    <a:pt x="718566" y="3779901"/>
                  </a:moveTo>
                  <a:cubicBezTo>
                    <a:pt x="710057" y="3765169"/>
                    <a:pt x="701548" y="3750310"/>
                    <a:pt x="693166" y="3735070"/>
                  </a:cubicBezTo>
                  <a:lnTo>
                    <a:pt x="737743" y="3710559"/>
                  </a:lnTo>
                  <a:cubicBezTo>
                    <a:pt x="745871" y="3725418"/>
                    <a:pt x="754126" y="3739896"/>
                    <a:pt x="762508" y="3754247"/>
                  </a:cubicBezTo>
                  <a:close/>
                  <a:moveTo>
                    <a:pt x="712978" y="3664077"/>
                  </a:moveTo>
                  <a:cubicBezTo>
                    <a:pt x="705231" y="3648964"/>
                    <a:pt x="697484" y="3633724"/>
                    <a:pt x="689864" y="3618230"/>
                  </a:cubicBezTo>
                  <a:lnTo>
                    <a:pt x="735457" y="3595878"/>
                  </a:lnTo>
                  <a:cubicBezTo>
                    <a:pt x="742823" y="3611118"/>
                    <a:pt x="750443" y="3625977"/>
                    <a:pt x="758063" y="3640709"/>
                  </a:cubicBezTo>
                  <a:close/>
                  <a:moveTo>
                    <a:pt x="712978" y="3548380"/>
                  </a:moveTo>
                  <a:cubicBezTo>
                    <a:pt x="705866" y="3533013"/>
                    <a:pt x="698881" y="3517392"/>
                    <a:pt x="691896" y="3501517"/>
                  </a:cubicBezTo>
                  <a:lnTo>
                    <a:pt x="738505" y="3481197"/>
                  </a:lnTo>
                  <a:cubicBezTo>
                    <a:pt x="745236" y="3496691"/>
                    <a:pt x="752094" y="3511931"/>
                    <a:pt x="759079" y="3527044"/>
                  </a:cubicBezTo>
                  <a:close/>
                  <a:moveTo>
                    <a:pt x="717931" y="3433064"/>
                  </a:moveTo>
                  <a:cubicBezTo>
                    <a:pt x="711454" y="3417443"/>
                    <a:pt x="705104" y="3401568"/>
                    <a:pt x="698754" y="3385439"/>
                  </a:cubicBezTo>
                  <a:lnTo>
                    <a:pt x="746125" y="3366897"/>
                  </a:lnTo>
                  <a:cubicBezTo>
                    <a:pt x="752221" y="3382645"/>
                    <a:pt x="758571" y="3398266"/>
                    <a:pt x="764921" y="3413633"/>
                  </a:cubicBezTo>
                  <a:close/>
                  <a:moveTo>
                    <a:pt x="727583" y="3318129"/>
                  </a:moveTo>
                  <a:cubicBezTo>
                    <a:pt x="721741" y="3302254"/>
                    <a:pt x="715899" y="3286125"/>
                    <a:pt x="710184" y="3269869"/>
                  </a:cubicBezTo>
                  <a:lnTo>
                    <a:pt x="758063" y="3253105"/>
                  </a:lnTo>
                  <a:cubicBezTo>
                    <a:pt x="763651" y="3269107"/>
                    <a:pt x="769366" y="3284855"/>
                    <a:pt x="775081" y="3300476"/>
                  </a:cubicBezTo>
                  <a:close/>
                  <a:moveTo>
                    <a:pt x="741172" y="3203829"/>
                  </a:moveTo>
                  <a:cubicBezTo>
                    <a:pt x="735838" y="3187954"/>
                    <a:pt x="730758" y="3171952"/>
                    <a:pt x="725678" y="3155696"/>
                  </a:cubicBezTo>
                  <a:lnTo>
                    <a:pt x="774192" y="3140456"/>
                  </a:lnTo>
                  <a:cubicBezTo>
                    <a:pt x="779145" y="3156331"/>
                    <a:pt x="784352" y="3172206"/>
                    <a:pt x="789432" y="3187827"/>
                  </a:cubicBezTo>
                  <a:close/>
                  <a:moveTo>
                    <a:pt x="759079" y="3091180"/>
                  </a:moveTo>
                  <a:cubicBezTo>
                    <a:pt x="754253" y="3074924"/>
                    <a:pt x="749427" y="3058414"/>
                    <a:pt x="744855" y="3041904"/>
                  </a:cubicBezTo>
                  <a:lnTo>
                    <a:pt x="793750" y="3028188"/>
                  </a:lnTo>
                  <a:cubicBezTo>
                    <a:pt x="798322" y="3044571"/>
                    <a:pt x="803021" y="3060700"/>
                    <a:pt x="807720" y="3076829"/>
                  </a:cubicBezTo>
                  <a:close/>
                  <a:moveTo>
                    <a:pt x="779780" y="2977388"/>
                  </a:moveTo>
                  <a:cubicBezTo>
                    <a:pt x="775462" y="2961132"/>
                    <a:pt x="771271" y="2944749"/>
                    <a:pt x="767207" y="2928366"/>
                  </a:cubicBezTo>
                  <a:lnTo>
                    <a:pt x="816483" y="2916047"/>
                  </a:lnTo>
                  <a:cubicBezTo>
                    <a:pt x="820547" y="2932303"/>
                    <a:pt x="824611" y="2948432"/>
                    <a:pt x="828929" y="2964434"/>
                  </a:cubicBezTo>
                  <a:close/>
                  <a:moveTo>
                    <a:pt x="804418" y="2866009"/>
                  </a:moveTo>
                  <a:cubicBezTo>
                    <a:pt x="800481" y="2849372"/>
                    <a:pt x="796798" y="2832735"/>
                    <a:pt x="792988" y="2815971"/>
                  </a:cubicBezTo>
                  <a:lnTo>
                    <a:pt x="842645" y="2805049"/>
                  </a:lnTo>
                  <a:cubicBezTo>
                    <a:pt x="846328" y="2821559"/>
                    <a:pt x="850011" y="2838069"/>
                    <a:pt x="853821" y="2854452"/>
                  </a:cubicBezTo>
                  <a:close/>
                  <a:moveTo>
                    <a:pt x="831596" y="2753741"/>
                  </a:moveTo>
                  <a:cubicBezTo>
                    <a:pt x="828167" y="2737231"/>
                    <a:pt x="824865" y="2720721"/>
                    <a:pt x="821690" y="2704084"/>
                  </a:cubicBezTo>
                  <a:lnTo>
                    <a:pt x="871601" y="2694432"/>
                  </a:lnTo>
                  <a:cubicBezTo>
                    <a:pt x="874776" y="2710815"/>
                    <a:pt x="878078" y="2727198"/>
                    <a:pt x="881380" y="2743454"/>
                  </a:cubicBezTo>
                  <a:close/>
                  <a:moveTo>
                    <a:pt x="159893" y="3079242"/>
                  </a:moveTo>
                  <a:cubicBezTo>
                    <a:pt x="156845" y="3062478"/>
                    <a:pt x="153924" y="3045714"/>
                    <a:pt x="151130" y="3028696"/>
                  </a:cubicBezTo>
                  <a:lnTo>
                    <a:pt x="201295" y="3020314"/>
                  </a:lnTo>
                  <a:cubicBezTo>
                    <a:pt x="204089" y="3037078"/>
                    <a:pt x="207010" y="3053588"/>
                    <a:pt x="209931" y="3070225"/>
                  </a:cubicBezTo>
                  <a:close/>
                  <a:moveTo>
                    <a:pt x="193040" y="2968752"/>
                  </a:moveTo>
                  <a:cubicBezTo>
                    <a:pt x="190500" y="2952115"/>
                    <a:pt x="187960" y="2935224"/>
                    <a:pt x="185547" y="2918460"/>
                  </a:cubicBezTo>
                  <a:lnTo>
                    <a:pt x="235839" y="2911348"/>
                  </a:lnTo>
                  <a:cubicBezTo>
                    <a:pt x="238252" y="2927985"/>
                    <a:pt x="240665" y="2944622"/>
                    <a:pt x="243205" y="2961132"/>
                  </a:cubicBezTo>
                  <a:close/>
                  <a:moveTo>
                    <a:pt x="228981" y="2860548"/>
                  </a:moveTo>
                  <a:cubicBezTo>
                    <a:pt x="226822" y="2843657"/>
                    <a:pt x="224663" y="2826766"/>
                    <a:pt x="222758" y="2809875"/>
                  </a:cubicBezTo>
                  <a:lnTo>
                    <a:pt x="273177" y="2803906"/>
                  </a:lnTo>
                  <a:cubicBezTo>
                    <a:pt x="275209" y="2820670"/>
                    <a:pt x="277241" y="2837434"/>
                    <a:pt x="279400" y="2854071"/>
                  </a:cubicBezTo>
                  <a:close/>
                  <a:moveTo>
                    <a:pt x="116713" y="2775077"/>
                  </a:moveTo>
                  <a:cubicBezTo>
                    <a:pt x="114935" y="2758186"/>
                    <a:pt x="113284" y="2741168"/>
                    <a:pt x="111633" y="2724023"/>
                  </a:cubicBezTo>
                  <a:lnTo>
                    <a:pt x="162179" y="2719197"/>
                  </a:lnTo>
                  <a:cubicBezTo>
                    <a:pt x="163830" y="2736088"/>
                    <a:pt x="165481" y="2752852"/>
                    <a:pt x="167259" y="2769616"/>
                  </a:cubicBezTo>
                  <a:close/>
                  <a:moveTo>
                    <a:pt x="157734" y="2668143"/>
                  </a:moveTo>
                  <a:cubicBezTo>
                    <a:pt x="156337" y="2651252"/>
                    <a:pt x="155067" y="2634361"/>
                    <a:pt x="153797" y="2617343"/>
                  </a:cubicBezTo>
                  <a:lnTo>
                    <a:pt x="204470" y="2613660"/>
                  </a:lnTo>
                  <a:cubicBezTo>
                    <a:pt x="205613" y="2630424"/>
                    <a:pt x="207010" y="2647188"/>
                    <a:pt x="208407" y="2663952"/>
                  </a:cubicBezTo>
                  <a:close/>
                  <a:moveTo>
                    <a:pt x="201041" y="2561971"/>
                  </a:moveTo>
                  <a:cubicBezTo>
                    <a:pt x="200025" y="2544826"/>
                    <a:pt x="199009" y="2527681"/>
                    <a:pt x="198247" y="2510409"/>
                  </a:cubicBezTo>
                  <a:lnTo>
                    <a:pt x="249047" y="2507869"/>
                  </a:lnTo>
                  <a:cubicBezTo>
                    <a:pt x="249936" y="2524887"/>
                    <a:pt x="250825" y="2541905"/>
                    <a:pt x="251841" y="2558796"/>
                  </a:cubicBezTo>
                  <a:close/>
                  <a:moveTo>
                    <a:pt x="246761" y="2456688"/>
                  </a:moveTo>
                  <a:cubicBezTo>
                    <a:pt x="246126" y="2439797"/>
                    <a:pt x="245491" y="2422906"/>
                    <a:pt x="245110" y="2405888"/>
                  </a:cubicBezTo>
                  <a:lnTo>
                    <a:pt x="295910" y="2404491"/>
                  </a:lnTo>
                  <a:cubicBezTo>
                    <a:pt x="296418" y="2421255"/>
                    <a:pt x="296926" y="2438019"/>
                    <a:pt x="297561" y="2454783"/>
                  </a:cubicBezTo>
                  <a:close/>
                  <a:moveTo>
                    <a:pt x="294767" y="2352802"/>
                  </a:moveTo>
                  <a:cubicBezTo>
                    <a:pt x="294513" y="2335657"/>
                    <a:pt x="294259" y="2318639"/>
                    <a:pt x="294132" y="2301367"/>
                  </a:cubicBezTo>
                  <a:lnTo>
                    <a:pt x="344932" y="2300986"/>
                  </a:lnTo>
                  <a:cubicBezTo>
                    <a:pt x="345059" y="2318004"/>
                    <a:pt x="345186" y="2334895"/>
                    <a:pt x="345567" y="2351786"/>
                  </a:cubicBezTo>
                  <a:close/>
                  <a:moveTo>
                    <a:pt x="91313" y="2285746"/>
                  </a:moveTo>
                  <a:cubicBezTo>
                    <a:pt x="91313" y="2268474"/>
                    <a:pt x="91440" y="2251329"/>
                    <a:pt x="91567" y="2234184"/>
                  </a:cubicBezTo>
                  <a:lnTo>
                    <a:pt x="142367" y="2234692"/>
                  </a:lnTo>
                  <a:cubicBezTo>
                    <a:pt x="142240" y="2251710"/>
                    <a:pt x="142113" y="2268601"/>
                    <a:pt x="142113" y="2285746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sp>
        <p:nvSpPr>
          <p:cNvPr id="7" name="AutoShape 7"/>
          <p:cNvSpPr/>
          <p:nvPr/>
        </p:nvSpPr>
        <p:spPr>
          <a:xfrm>
            <a:off x="9539320" y="3141571"/>
            <a:ext cx="7355100" cy="38100"/>
          </a:xfrm>
          <a:prstGeom prst="line">
            <a:avLst/>
          </a:prstGeom>
          <a:ln w="19050" cap="rnd">
            <a:solidFill>
              <a:srgbClr val="29235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9539320" y="3322548"/>
            <a:ext cx="7107150" cy="234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7600" dirty="0">
                <a:solidFill>
                  <a:srgbClr val="29235C"/>
                </a:solidFill>
                <a:latin typeface="Cooper Black" panose="0208090404030B020404" pitchFamily="18" charset="0"/>
                <a:ea typeface="Arimo"/>
                <a:cs typeface="Arimo"/>
                <a:sym typeface="Arimo"/>
              </a:rPr>
              <a:t>OBJETIVO GENERAL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39320" y="5665698"/>
            <a:ext cx="7355100" cy="388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Desarrollar un sistema integral de gestion para tiendas de tecnología que permita administrar eficientemente productos, inventario, ventas, compras, clientes, empleados y proveedores, con trazabilidad completa de operaciones y análisis de negocio en tiempo real.</a:t>
            </a:r>
          </a:p>
          <a:p>
            <a:pPr algn="just">
              <a:lnSpc>
                <a:spcPts val="3840"/>
              </a:lnSpc>
            </a:pPr>
            <a:endParaRPr lang="en-US" sz="3200">
              <a:solidFill>
                <a:srgbClr val="29235C"/>
              </a:solidFill>
              <a:latin typeface="Mallanna"/>
              <a:ea typeface="Mallanna"/>
              <a:cs typeface="Mallanna"/>
              <a:sym typeface="Mallann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8E60F6-AA23-9A99-7B51-0C48B1E18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70" y="832338"/>
            <a:ext cx="9220200" cy="8502162"/>
          </a:xfrm>
          <a:prstGeom prst="rect">
            <a:avLst/>
          </a:prstGeom>
          <a:effectLst>
            <a:softEdge rad="6350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75626" y="-3657150"/>
            <a:ext cx="6267450" cy="6019800"/>
          </a:xfrm>
          <a:custGeom>
            <a:avLst/>
            <a:gdLst/>
            <a:ahLst/>
            <a:cxnLst/>
            <a:rect l="l" t="t" r="r" b="b"/>
            <a:pathLst>
              <a:path w="6267450" h="6019800">
                <a:moveTo>
                  <a:pt x="0" y="0"/>
                </a:moveTo>
                <a:lnTo>
                  <a:pt x="6267450" y="0"/>
                </a:lnTo>
                <a:lnTo>
                  <a:pt x="6267450" y="6019800"/>
                </a:lnTo>
                <a:lnTo>
                  <a:pt x="0" y="6019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3636128">
            <a:off x="17362310" y="8079578"/>
            <a:ext cx="1672338" cy="3429074"/>
            <a:chOff x="0" y="0"/>
            <a:chExt cx="2229784" cy="4572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29866" cy="4572000"/>
            </a:xfrm>
            <a:custGeom>
              <a:avLst/>
              <a:gdLst/>
              <a:ahLst/>
              <a:cxnLst/>
              <a:rect l="l" t="t" r="r" b="b"/>
              <a:pathLst>
                <a:path w="2229866" h="4572000">
                  <a:moveTo>
                    <a:pt x="0" y="2286000"/>
                  </a:moveTo>
                  <a:cubicBezTo>
                    <a:pt x="0" y="1042035"/>
                    <a:pt x="486029" y="0"/>
                    <a:pt x="1114933" y="0"/>
                  </a:cubicBezTo>
                  <a:lnTo>
                    <a:pt x="1114933" y="25400"/>
                  </a:lnTo>
                  <a:lnTo>
                    <a:pt x="1114933" y="0"/>
                  </a:lnTo>
                  <a:cubicBezTo>
                    <a:pt x="1743837" y="0"/>
                    <a:pt x="2229866" y="1042035"/>
                    <a:pt x="2229866" y="2286000"/>
                  </a:cubicBezTo>
                  <a:lnTo>
                    <a:pt x="2204466" y="2286000"/>
                  </a:lnTo>
                  <a:lnTo>
                    <a:pt x="2229866" y="2286000"/>
                  </a:lnTo>
                  <a:cubicBezTo>
                    <a:pt x="2229866" y="3530092"/>
                    <a:pt x="1743837" y="4572000"/>
                    <a:pt x="1114933" y="4572000"/>
                  </a:cubicBezTo>
                  <a:lnTo>
                    <a:pt x="1114933" y="4546600"/>
                  </a:lnTo>
                  <a:lnTo>
                    <a:pt x="1114933" y="4572000"/>
                  </a:lnTo>
                  <a:cubicBezTo>
                    <a:pt x="486029" y="4572127"/>
                    <a:pt x="0" y="3530092"/>
                    <a:pt x="0" y="2286000"/>
                  </a:cubicBezTo>
                  <a:lnTo>
                    <a:pt x="25400" y="2286000"/>
                  </a:lnTo>
                  <a:lnTo>
                    <a:pt x="50800" y="2286000"/>
                  </a:lnTo>
                  <a:lnTo>
                    <a:pt x="25400" y="2286000"/>
                  </a:lnTo>
                  <a:lnTo>
                    <a:pt x="0" y="2286000"/>
                  </a:lnTo>
                  <a:moveTo>
                    <a:pt x="50800" y="2286000"/>
                  </a:moveTo>
                  <a:cubicBezTo>
                    <a:pt x="50800" y="2299970"/>
                    <a:pt x="39370" y="2311400"/>
                    <a:pt x="25400" y="2311400"/>
                  </a:cubicBezTo>
                  <a:cubicBezTo>
                    <a:pt x="11430" y="2311400"/>
                    <a:pt x="0" y="2299970"/>
                    <a:pt x="0" y="2286000"/>
                  </a:cubicBezTo>
                  <a:cubicBezTo>
                    <a:pt x="0" y="2272030"/>
                    <a:pt x="11430" y="2260600"/>
                    <a:pt x="25400" y="2260600"/>
                  </a:cubicBezTo>
                  <a:cubicBezTo>
                    <a:pt x="39370" y="2260600"/>
                    <a:pt x="50800" y="2272030"/>
                    <a:pt x="50800" y="2286000"/>
                  </a:cubicBezTo>
                  <a:cubicBezTo>
                    <a:pt x="50800" y="3538982"/>
                    <a:pt x="540385" y="4521200"/>
                    <a:pt x="1114933" y="4521200"/>
                  </a:cubicBezTo>
                  <a:cubicBezTo>
                    <a:pt x="1689481" y="4521200"/>
                    <a:pt x="2179066" y="3538982"/>
                    <a:pt x="2179066" y="2286000"/>
                  </a:cubicBezTo>
                  <a:cubicBezTo>
                    <a:pt x="2179066" y="1033018"/>
                    <a:pt x="1689481" y="50800"/>
                    <a:pt x="1114933" y="50800"/>
                  </a:cubicBezTo>
                  <a:lnTo>
                    <a:pt x="1114933" y="25400"/>
                  </a:lnTo>
                  <a:lnTo>
                    <a:pt x="1114933" y="50800"/>
                  </a:lnTo>
                  <a:cubicBezTo>
                    <a:pt x="540385" y="50800"/>
                    <a:pt x="50800" y="1033018"/>
                    <a:pt x="50800" y="2286000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grpSp>
        <p:nvGrpSpPr>
          <p:cNvPr id="5" name="Group 5"/>
          <p:cNvGrpSpPr/>
          <p:nvPr/>
        </p:nvGrpSpPr>
        <p:grpSpPr>
          <a:xfrm rot="-3636128">
            <a:off x="17127382" y="8487318"/>
            <a:ext cx="1672338" cy="3429074"/>
            <a:chOff x="0" y="0"/>
            <a:chExt cx="2229784" cy="4572099"/>
          </a:xfrm>
        </p:grpSpPr>
        <p:sp>
          <p:nvSpPr>
            <p:cNvPr id="6" name="Freeform 6"/>
            <p:cNvSpPr/>
            <p:nvPr/>
          </p:nvSpPr>
          <p:spPr>
            <a:xfrm>
              <a:off x="-91313" y="381"/>
              <a:ext cx="2173732" cy="4571746"/>
            </a:xfrm>
            <a:custGeom>
              <a:avLst/>
              <a:gdLst/>
              <a:ahLst/>
              <a:cxnLst/>
              <a:rect l="l" t="t" r="r" b="b"/>
              <a:pathLst>
                <a:path w="2173732" h="4571746">
                  <a:moveTo>
                    <a:pt x="92456" y="2182876"/>
                  </a:moveTo>
                  <a:cubicBezTo>
                    <a:pt x="92837" y="2165858"/>
                    <a:pt x="93218" y="2148840"/>
                    <a:pt x="93853" y="2131822"/>
                  </a:cubicBezTo>
                  <a:lnTo>
                    <a:pt x="144653" y="2133473"/>
                  </a:lnTo>
                  <a:cubicBezTo>
                    <a:pt x="144145" y="2150237"/>
                    <a:pt x="143637" y="2167001"/>
                    <a:pt x="143256" y="2183892"/>
                  </a:cubicBezTo>
                  <a:close/>
                  <a:moveTo>
                    <a:pt x="146558" y="2082165"/>
                  </a:moveTo>
                  <a:cubicBezTo>
                    <a:pt x="147320" y="2065147"/>
                    <a:pt x="148082" y="2048129"/>
                    <a:pt x="148971" y="2031111"/>
                  </a:cubicBezTo>
                  <a:lnTo>
                    <a:pt x="199644" y="2033905"/>
                  </a:lnTo>
                  <a:cubicBezTo>
                    <a:pt x="198755" y="2050669"/>
                    <a:pt x="197866" y="2067433"/>
                    <a:pt x="197231" y="2084324"/>
                  </a:cubicBezTo>
                  <a:close/>
                  <a:moveTo>
                    <a:pt x="202819" y="1981962"/>
                  </a:moveTo>
                  <a:cubicBezTo>
                    <a:pt x="203962" y="1964944"/>
                    <a:pt x="205105" y="1947926"/>
                    <a:pt x="206375" y="1930908"/>
                  </a:cubicBezTo>
                  <a:lnTo>
                    <a:pt x="257048" y="1934718"/>
                  </a:lnTo>
                  <a:cubicBezTo>
                    <a:pt x="255778" y="1951482"/>
                    <a:pt x="254635" y="1968373"/>
                    <a:pt x="253492" y="1985264"/>
                  </a:cubicBezTo>
                  <a:close/>
                  <a:moveTo>
                    <a:pt x="261239" y="1883537"/>
                  </a:moveTo>
                  <a:cubicBezTo>
                    <a:pt x="262763" y="1866646"/>
                    <a:pt x="264287" y="1849882"/>
                    <a:pt x="265938" y="1833245"/>
                  </a:cubicBezTo>
                  <a:lnTo>
                    <a:pt x="316484" y="1838198"/>
                  </a:lnTo>
                  <a:cubicBezTo>
                    <a:pt x="314833" y="1854708"/>
                    <a:pt x="313309" y="1871345"/>
                    <a:pt x="311912" y="1887982"/>
                  </a:cubicBezTo>
                  <a:close/>
                  <a:moveTo>
                    <a:pt x="321945" y="1786255"/>
                  </a:moveTo>
                  <a:cubicBezTo>
                    <a:pt x="323850" y="1769237"/>
                    <a:pt x="325755" y="1752219"/>
                    <a:pt x="327914" y="1735201"/>
                  </a:cubicBezTo>
                  <a:lnTo>
                    <a:pt x="378333" y="1741424"/>
                  </a:lnTo>
                  <a:cubicBezTo>
                    <a:pt x="376301" y="1758188"/>
                    <a:pt x="374269" y="1774952"/>
                    <a:pt x="372491" y="1791843"/>
                  </a:cubicBezTo>
                  <a:close/>
                  <a:moveTo>
                    <a:pt x="384937" y="1690243"/>
                  </a:moveTo>
                  <a:cubicBezTo>
                    <a:pt x="387223" y="1673479"/>
                    <a:pt x="389509" y="1656715"/>
                    <a:pt x="391922" y="1640205"/>
                  </a:cubicBezTo>
                  <a:lnTo>
                    <a:pt x="442214" y="1647571"/>
                  </a:lnTo>
                  <a:cubicBezTo>
                    <a:pt x="439801" y="1663954"/>
                    <a:pt x="437515" y="1680464"/>
                    <a:pt x="435229" y="1697101"/>
                  </a:cubicBezTo>
                  <a:close/>
                  <a:moveTo>
                    <a:pt x="450088" y="1596136"/>
                  </a:moveTo>
                  <a:cubicBezTo>
                    <a:pt x="452755" y="1579118"/>
                    <a:pt x="455549" y="1562227"/>
                    <a:pt x="458470" y="1545336"/>
                  </a:cubicBezTo>
                  <a:lnTo>
                    <a:pt x="508508" y="1553972"/>
                  </a:lnTo>
                  <a:cubicBezTo>
                    <a:pt x="505587" y="1570609"/>
                    <a:pt x="502920" y="1587373"/>
                    <a:pt x="500253" y="1604137"/>
                  </a:cubicBezTo>
                  <a:close/>
                  <a:moveTo>
                    <a:pt x="517652" y="1503045"/>
                  </a:moveTo>
                  <a:cubicBezTo>
                    <a:pt x="520700" y="1486408"/>
                    <a:pt x="523875" y="1469771"/>
                    <a:pt x="527177" y="1453388"/>
                  </a:cubicBezTo>
                  <a:lnTo>
                    <a:pt x="576961" y="1463294"/>
                  </a:lnTo>
                  <a:cubicBezTo>
                    <a:pt x="573786" y="1479550"/>
                    <a:pt x="570611" y="1495933"/>
                    <a:pt x="567563" y="1512316"/>
                  </a:cubicBezTo>
                  <a:close/>
                  <a:moveTo>
                    <a:pt x="587375" y="1412367"/>
                  </a:moveTo>
                  <a:cubicBezTo>
                    <a:pt x="590931" y="1395476"/>
                    <a:pt x="594614" y="1378585"/>
                    <a:pt x="598424" y="1361948"/>
                  </a:cubicBezTo>
                  <a:lnTo>
                    <a:pt x="647954" y="1373124"/>
                  </a:lnTo>
                  <a:cubicBezTo>
                    <a:pt x="644271" y="1389634"/>
                    <a:pt x="640588" y="1406144"/>
                    <a:pt x="637032" y="1422908"/>
                  </a:cubicBezTo>
                  <a:close/>
                  <a:moveTo>
                    <a:pt x="659638" y="1322705"/>
                  </a:moveTo>
                  <a:cubicBezTo>
                    <a:pt x="663575" y="1306195"/>
                    <a:pt x="667639" y="1289812"/>
                    <a:pt x="671830" y="1273556"/>
                  </a:cubicBezTo>
                  <a:lnTo>
                    <a:pt x="721106" y="1286129"/>
                  </a:lnTo>
                  <a:cubicBezTo>
                    <a:pt x="717042" y="1302131"/>
                    <a:pt x="712978" y="1318260"/>
                    <a:pt x="709041" y="1334516"/>
                  </a:cubicBezTo>
                  <a:close/>
                  <a:moveTo>
                    <a:pt x="734314" y="1235710"/>
                  </a:moveTo>
                  <a:cubicBezTo>
                    <a:pt x="738886" y="1218946"/>
                    <a:pt x="743458" y="1202436"/>
                    <a:pt x="748157" y="1185926"/>
                  </a:cubicBezTo>
                  <a:lnTo>
                    <a:pt x="796925" y="1199896"/>
                  </a:lnTo>
                  <a:cubicBezTo>
                    <a:pt x="792226" y="1216152"/>
                    <a:pt x="787654" y="1232408"/>
                    <a:pt x="783209" y="1248918"/>
                  </a:cubicBezTo>
                  <a:close/>
                  <a:moveTo>
                    <a:pt x="811530" y="1150112"/>
                  </a:moveTo>
                  <a:cubicBezTo>
                    <a:pt x="816483" y="1133856"/>
                    <a:pt x="821436" y="1117854"/>
                    <a:pt x="826643" y="1101979"/>
                  </a:cubicBezTo>
                  <a:lnTo>
                    <a:pt x="875030" y="1117473"/>
                  </a:lnTo>
                  <a:cubicBezTo>
                    <a:pt x="869950" y="1133094"/>
                    <a:pt x="864997" y="1148969"/>
                    <a:pt x="860171" y="1164844"/>
                  </a:cubicBezTo>
                  <a:close/>
                  <a:moveTo>
                    <a:pt x="891159" y="1068324"/>
                  </a:moveTo>
                  <a:cubicBezTo>
                    <a:pt x="896747" y="1052068"/>
                    <a:pt x="902335" y="1035939"/>
                    <a:pt x="908050" y="1019937"/>
                  </a:cubicBezTo>
                  <a:lnTo>
                    <a:pt x="955929" y="1037082"/>
                  </a:lnTo>
                  <a:cubicBezTo>
                    <a:pt x="950341" y="1052830"/>
                    <a:pt x="944753" y="1068578"/>
                    <a:pt x="939292" y="1084580"/>
                  </a:cubicBezTo>
                  <a:close/>
                  <a:moveTo>
                    <a:pt x="973836" y="988060"/>
                  </a:moveTo>
                  <a:cubicBezTo>
                    <a:pt x="979932" y="971931"/>
                    <a:pt x="986155" y="956056"/>
                    <a:pt x="992378" y="940308"/>
                  </a:cubicBezTo>
                  <a:lnTo>
                    <a:pt x="1039495" y="959231"/>
                  </a:lnTo>
                  <a:cubicBezTo>
                    <a:pt x="1033272" y="974725"/>
                    <a:pt x="1027176" y="990346"/>
                    <a:pt x="1021207" y="1006094"/>
                  </a:cubicBezTo>
                  <a:close/>
                  <a:moveTo>
                    <a:pt x="1059307" y="910844"/>
                  </a:moveTo>
                  <a:cubicBezTo>
                    <a:pt x="1066038" y="894969"/>
                    <a:pt x="1072896" y="879221"/>
                    <a:pt x="1079754" y="863727"/>
                  </a:cubicBezTo>
                  <a:lnTo>
                    <a:pt x="1126109" y="884428"/>
                  </a:lnTo>
                  <a:cubicBezTo>
                    <a:pt x="1119378" y="899541"/>
                    <a:pt x="1112647" y="915035"/>
                    <a:pt x="1106043" y="930529"/>
                  </a:cubicBezTo>
                  <a:close/>
                  <a:moveTo>
                    <a:pt x="1147953" y="836803"/>
                  </a:moveTo>
                  <a:cubicBezTo>
                    <a:pt x="1155319" y="821182"/>
                    <a:pt x="1162812" y="805815"/>
                    <a:pt x="1170432" y="790575"/>
                  </a:cubicBezTo>
                  <a:lnTo>
                    <a:pt x="1215898" y="813308"/>
                  </a:lnTo>
                  <a:cubicBezTo>
                    <a:pt x="1208532" y="828167"/>
                    <a:pt x="1201166" y="843153"/>
                    <a:pt x="1193927" y="858520"/>
                  </a:cubicBezTo>
                  <a:close/>
                  <a:moveTo>
                    <a:pt x="1239901" y="766572"/>
                  </a:moveTo>
                  <a:cubicBezTo>
                    <a:pt x="1248029" y="751332"/>
                    <a:pt x="1256284" y="736219"/>
                    <a:pt x="1264539" y="721487"/>
                  </a:cubicBezTo>
                  <a:lnTo>
                    <a:pt x="1308862" y="746379"/>
                  </a:lnTo>
                  <a:cubicBezTo>
                    <a:pt x="1300734" y="760857"/>
                    <a:pt x="1292733" y="775462"/>
                    <a:pt x="1284859" y="790448"/>
                  </a:cubicBezTo>
                  <a:close/>
                  <a:moveTo>
                    <a:pt x="1335405" y="700786"/>
                  </a:moveTo>
                  <a:cubicBezTo>
                    <a:pt x="1344295" y="685927"/>
                    <a:pt x="1353312" y="671322"/>
                    <a:pt x="1362456" y="656971"/>
                  </a:cubicBezTo>
                  <a:lnTo>
                    <a:pt x="1405255" y="684276"/>
                  </a:lnTo>
                  <a:cubicBezTo>
                    <a:pt x="1396365" y="698246"/>
                    <a:pt x="1387602" y="712343"/>
                    <a:pt x="1378966" y="726821"/>
                  </a:cubicBezTo>
                  <a:close/>
                  <a:moveTo>
                    <a:pt x="1434465" y="639953"/>
                  </a:moveTo>
                  <a:cubicBezTo>
                    <a:pt x="1444371" y="625475"/>
                    <a:pt x="1454277" y="611378"/>
                    <a:pt x="1464437" y="597535"/>
                  </a:cubicBezTo>
                  <a:lnTo>
                    <a:pt x="1505458" y="627507"/>
                  </a:lnTo>
                  <a:cubicBezTo>
                    <a:pt x="1495679" y="640842"/>
                    <a:pt x="1486027" y="654558"/>
                    <a:pt x="1476502" y="668528"/>
                  </a:cubicBezTo>
                  <a:close/>
                  <a:moveTo>
                    <a:pt x="1537589" y="585089"/>
                  </a:moveTo>
                  <a:cubicBezTo>
                    <a:pt x="1548384" y="571373"/>
                    <a:pt x="1559433" y="557911"/>
                    <a:pt x="1570482" y="544830"/>
                  </a:cubicBezTo>
                  <a:lnTo>
                    <a:pt x="1609090" y="577723"/>
                  </a:lnTo>
                  <a:cubicBezTo>
                    <a:pt x="1598422" y="590296"/>
                    <a:pt x="1587881" y="603123"/>
                    <a:pt x="1577340" y="616458"/>
                  </a:cubicBezTo>
                  <a:close/>
                  <a:moveTo>
                    <a:pt x="1644777" y="537464"/>
                  </a:moveTo>
                  <a:cubicBezTo>
                    <a:pt x="1656715" y="524637"/>
                    <a:pt x="1668653" y="512191"/>
                    <a:pt x="1680845" y="500253"/>
                  </a:cubicBezTo>
                  <a:lnTo>
                    <a:pt x="1716532" y="536448"/>
                  </a:lnTo>
                  <a:cubicBezTo>
                    <a:pt x="1704975" y="547878"/>
                    <a:pt x="1693418" y="559689"/>
                    <a:pt x="1682115" y="572008"/>
                  </a:cubicBezTo>
                  <a:close/>
                  <a:moveTo>
                    <a:pt x="1756156" y="499237"/>
                  </a:moveTo>
                  <a:cubicBezTo>
                    <a:pt x="1769364" y="487553"/>
                    <a:pt x="1782699" y="476250"/>
                    <a:pt x="1796161" y="465455"/>
                  </a:cubicBezTo>
                  <a:lnTo>
                    <a:pt x="1827784" y="505206"/>
                  </a:lnTo>
                  <a:cubicBezTo>
                    <a:pt x="1815084" y="515366"/>
                    <a:pt x="1802384" y="526034"/>
                    <a:pt x="1789938" y="537083"/>
                  </a:cubicBezTo>
                  <a:close/>
                  <a:moveTo>
                    <a:pt x="1871853" y="471932"/>
                  </a:moveTo>
                  <a:cubicBezTo>
                    <a:pt x="1886331" y="461772"/>
                    <a:pt x="1900936" y="452120"/>
                    <a:pt x="1915668" y="443230"/>
                  </a:cubicBezTo>
                  <a:lnTo>
                    <a:pt x="1942084" y="486664"/>
                  </a:lnTo>
                  <a:cubicBezTo>
                    <a:pt x="1928368" y="495046"/>
                    <a:pt x="1914652" y="504063"/>
                    <a:pt x="1901063" y="513588"/>
                  </a:cubicBezTo>
                  <a:close/>
                  <a:moveTo>
                    <a:pt x="1990725" y="459105"/>
                  </a:moveTo>
                  <a:cubicBezTo>
                    <a:pt x="2006473" y="450977"/>
                    <a:pt x="2022348" y="443611"/>
                    <a:pt x="2038477" y="436753"/>
                  </a:cubicBezTo>
                  <a:lnTo>
                    <a:pt x="2058162" y="483616"/>
                  </a:lnTo>
                  <a:cubicBezTo>
                    <a:pt x="2043303" y="489839"/>
                    <a:pt x="2028571" y="496697"/>
                    <a:pt x="2013966" y="504190"/>
                  </a:cubicBezTo>
                  <a:close/>
                  <a:moveTo>
                    <a:pt x="2111248" y="463423"/>
                  </a:moveTo>
                  <a:cubicBezTo>
                    <a:pt x="2128139" y="457962"/>
                    <a:pt x="2145157" y="453263"/>
                    <a:pt x="2162429" y="449326"/>
                  </a:cubicBezTo>
                  <a:lnTo>
                    <a:pt x="2173732" y="498856"/>
                  </a:lnTo>
                  <a:cubicBezTo>
                    <a:pt x="2158111" y="502412"/>
                    <a:pt x="2142490" y="506730"/>
                    <a:pt x="2126996" y="511810"/>
                  </a:cubicBezTo>
                  <a:close/>
                  <a:moveTo>
                    <a:pt x="1132078" y="4572"/>
                  </a:moveTo>
                  <a:cubicBezTo>
                    <a:pt x="1149604" y="2159"/>
                    <a:pt x="1167257" y="635"/>
                    <a:pt x="1185037" y="0"/>
                  </a:cubicBezTo>
                  <a:lnTo>
                    <a:pt x="1186942" y="50800"/>
                  </a:lnTo>
                  <a:cubicBezTo>
                    <a:pt x="1170813" y="51435"/>
                    <a:pt x="1154811" y="52832"/>
                    <a:pt x="1138809" y="54864"/>
                  </a:cubicBezTo>
                  <a:close/>
                  <a:moveTo>
                    <a:pt x="1238250" y="508"/>
                  </a:moveTo>
                  <a:cubicBezTo>
                    <a:pt x="1256030" y="1524"/>
                    <a:pt x="1273556" y="3429"/>
                    <a:pt x="1291082" y="6096"/>
                  </a:cubicBezTo>
                  <a:lnTo>
                    <a:pt x="1283462" y="56261"/>
                  </a:lnTo>
                  <a:cubicBezTo>
                    <a:pt x="1267587" y="53848"/>
                    <a:pt x="1251458" y="52197"/>
                    <a:pt x="1235456" y="51181"/>
                  </a:cubicBezTo>
                  <a:close/>
                  <a:moveTo>
                    <a:pt x="1340358" y="67183"/>
                  </a:moveTo>
                  <a:cubicBezTo>
                    <a:pt x="1357376" y="71374"/>
                    <a:pt x="1374394" y="76454"/>
                    <a:pt x="1391158" y="82169"/>
                  </a:cubicBezTo>
                  <a:lnTo>
                    <a:pt x="1374648" y="130175"/>
                  </a:lnTo>
                  <a:cubicBezTo>
                    <a:pt x="1359281" y="124841"/>
                    <a:pt x="1343660" y="120269"/>
                    <a:pt x="1328166" y="116459"/>
                  </a:cubicBezTo>
                  <a:close/>
                  <a:moveTo>
                    <a:pt x="1428242" y="150749"/>
                  </a:moveTo>
                  <a:cubicBezTo>
                    <a:pt x="1444244" y="157734"/>
                    <a:pt x="1459992" y="165481"/>
                    <a:pt x="1475740" y="173863"/>
                  </a:cubicBezTo>
                  <a:lnTo>
                    <a:pt x="1466723" y="118745"/>
                  </a:lnTo>
                  <a:cubicBezTo>
                    <a:pt x="1452118" y="110998"/>
                    <a:pt x="1437513" y="103886"/>
                    <a:pt x="1422781" y="97282"/>
                  </a:cubicBezTo>
                  <a:close/>
                  <a:moveTo>
                    <a:pt x="1515618" y="146812"/>
                  </a:moveTo>
                  <a:cubicBezTo>
                    <a:pt x="1530223" y="155956"/>
                    <a:pt x="1544701" y="165735"/>
                    <a:pt x="1558925" y="176149"/>
                  </a:cubicBezTo>
                  <a:lnTo>
                    <a:pt x="1529207" y="217297"/>
                  </a:lnTo>
                  <a:cubicBezTo>
                    <a:pt x="1515745" y="207518"/>
                    <a:pt x="1502156" y="198374"/>
                    <a:pt x="1488567" y="189865"/>
                  </a:cubicBezTo>
                  <a:close/>
                  <a:moveTo>
                    <a:pt x="1573276" y="250952"/>
                  </a:moveTo>
                  <a:cubicBezTo>
                    <a:pt x="1586611" y="261874"/>
                    <a:pt x="1599819" y="273177"/>
                    <a:pt x="1612773" y="284988"/>
                  </a:cubicBezTo>
                  <a:lnTo>
                    <a:pt x="1578610" y="322580"/>
                  </a:lnTo>
                  <a:cubicBezTo>
                    <a:pt x="1566291" y="311277"/>
                    <a:pt x="1553718" y="300482"/>
                    <a:pt x="1541145" y="290322"/>
                  </a:cubicBezTo>
                  <a:close/>
                  <a:moveTo>
                    <a:pt x="1618361" y="360553"/>
                  </a:moveTo>
                  <a:cubicBezTo>
                    <a:pt x="1630426" y="372618"/>
                    <a:pt x="1642237" y="385191"/>
                    <a:pt x="1654048" y="398018"/>
                  </a:cubicBezTo>
                  <a:lnTo>
                    <a:pt x="1616456" y="432181"/>
                  </a:lnTo>
                  <a:cubicBezTo>
                    <a:pt x="1605153" y="419862"/>
                    <a:pt x="1593850" y="407924"/>
                    <a:pt x="1582293" y="396367"/>
                  </a:cubicBezTo>
                  <a:close/>
                  <a:moveTo>
                    <a:pt x="1652016" y="472821"/>
                  </a:moveTo>
                  <a:cubicBezTo>
                    <a:pt x="1662938" y="485902"/>
                    <a:pt x="1673860" y="499364"/>
                    <a:pt x="1684528" y="513207"/>
                  </a:cubicBezTo>
                  <a:lnTo>
                    <a:pt x="1644396" y="544322"/>
                  </a:lnTo>
                  <a:cubicBezTo>
                    <a:pt x="1634109" y="530987"/>
                    <a:pt x="1623568" y="518033"/>
                    <a:pt x="1613027" y="505460"/>
                  </a:cubicBezTo>
                  <a:close/>
                  <a:moveTo>
                    <a:pt x="1676527" y="587248"/>
                  </a:moveTo>
                  <a:cubicBezTo>
                    <a:pt x="1686560" y="601091"/>
                    <a:pt x="1696339" y="615188"/>
                    <a:pt x="1706118" y="629666"/>
                  </a:cubicBezTo>
                  <a:lnTo>
                    <a:pt x="1663954" y="657987"/>
                  </a:lnTo>
                  <a:cubicBezTo>
                    <a:pt x="1654556" y="644017"/>
                    <a:pt x="1645031" y="630301"/>
                    <a:pt x="1635379" y="616839"/>
                  </a:cubicBezTo>
                  <a:close/>
                  <a:moveTo>
                    <a:pt x="1693037" y="702564"/>
                  </a:moveTo>
                  <a:cubicBezTo>
                    <a:pt x="1702054" y="716915"/>
                    <a:pt x="1711071" y="731647"/>
                    <a:pt x="1719834" y="746506"/>
                  </a:cubicBezTo>
                  <a:lnTo>
                    <a:pt x="1676146" y="772414"/>
                  </a:lnTo>
                  <a:cubicBezTo>
                    <a:pt x="1667510" y="757936"/>
                    <a:pt x="1658874" y="743585"/>
                    <a:pt x="1650111" y="729615"/>
                  </a:cubicBezTo>
                  <a:close/>
                  <a:moveTo>
                    <a:pt x="1702562" y="818261"/>
                  </a:moveTo>
                  <a:cubicBezTo>
                    <a:pt x="1710817" y="833120"/>
                    <a:pt x="1718945" y="848233"/>
                    <a:pt x="1726946" y="863473"/>
                  </a:cubicBezTo>
                  <a:lnTo>
                    <a:pt x="1681988" y="887095"/>
                  </a:lnTo>
                  <a:cubicBezTo>
                    <a:pt x="1674114" y="872109"/>
                    <a:pt x="1666240" y="857377"/>
                    <a:pt x="1658112" y="842899"/>
                  </a:cubicBezTo>
                  <a:close/>
                  <a:moveTo>
                    <a:pt x="1705864" y="933958"/>
                  </a:moveTo>
                  <a:cubicBezTo>
                    <a:pt x="1713357" y="949198"/>
                    <a:pt x="1720850" y="964565"/>
                    <a:pt x="1728089" y="980313"/>
                  </a:cubicBezTo>
                  <a:lnTo>
                    <a:pt x="1682115" y="1001776"/>
                  </a:lnTo>
                  <a:cubicBezTo>
                    <a:pt x="1675003" y="986409"/>
                    <a:pt x="1667764" y="971423"/>
                    <a:pt x="1660398" y="956437"/>
                  </a:cubicBezTo>
                  <a:close/>
                  <a:moveTo>
                    <a:pt x="1703832" y="1049528"/>
                  </a:moveTo>
                  <a:cubicBezTo>
                    <a:pt x="1710690" y="1065022"/>
                    <a:pt x="1717421" y="1080770"/>
                    <a:pt x="1724025" y="1096645"/>
                  </a:cubicBezTo>
                  <a:lnTo>
                    <a:pt x="1677162" y="1116203"/>
                  </a:lnTo>
                  <a:cubicBezTo>
                    <a:pt x="1670685" y="1100582"/>
                    <a:pt x="1664081" y="1085215"/>
                    <a:pt x="1657350" y="1069975"/>
                  </a:cubicBezTo>
                  <a:close/>
                  <a:moveTo>
                    <a:pt x="1696974" y="1164590"/>
                  </a:moveTo>
                  <a:cubicBezTo>
                    <a:pt x="1703197" y="1180338"/>
                    <a:pt x="1709293" y="1196340"/>
                    <a:pt x="1715389" y="1212469"/>
                  </a:cubicBezTo>
                  <a:lnTo>
                    <a:pt x="1667764" y="1230249"/>
                  </a:lnTo>
                  <a:cubicBezTo>
                    <a:pt x="1661795" y="1214374"/>
                    <a:pt x="1655826" y="1198753"/>
                    <a:pt x="1649730" y="1183259"/>
                  </a:cubicBezTo>
                  <a:close/>
                  <a:moveTo>
                    <a:pt x="1685671" y="1279271"/>
                  </a:moveTo>
                  <a:cubicBezTo>
                    <a:pt x="1691386" y="1295273"/>
                    <a:pt x="1696847" y="1311402"/>
                    <a:pt x="1702435" y="1327658"/>
                  </a:cubicBezTo>
                  <a:lnTo>
                    <a:pt x="1654302" y="1343787"/>
                  </a:lnTo>
                  <a:cubicBezTo>
                    <a:pt x="1648968" y="1327785"/>
                    <a:pt x="1643507" y="1311910"/>
                    <a:pt x="1637919" y="1296162"/>
                  </a:cubicBezTo>
                  <a:close/>
                  <a:moveTo>
                    <a:pt x="1670431" y="1392809"/>
                  </a:moveTo>
                  <a:cubicBezTo>
                    <a:pt x="1675511" y="1408811"/>
                    <a:pt x="1680464" y="1424940"/>
                    <a:pt x="1685417" y="1441196"/>
                  </a:cubicBezTo>
                  <a:lnTo>
                    <a:pt x="1636776" y="1455801"/>
                  </a:lnTo>
                  <a:cubicBezTo>
                    <a:pt x="1631950" y="1439799"/>
                    <a:pt x="1627124" y="1423924"/>
                    <a:pt x="1622044" y="1408176"/>
                  </a:cubicBezTo>
                  <a:close/>
                  <a:moveTo>
                    <a:pt x="1651381" y="1505712"/>
                  </a:moveTo>
                  <a:cubicBezTo>
                    <a:pt x="1656080" y="1522222"/>
                    <a:pt x="1660652" y="1538859"/>
                    <a:pt x="1665097" y="1555623"/>
                  </a:cubicBezTo>
                  <a:lnTo>
                    <a:pt x="1616075" y="1568704"/>
                  </a:lnTo>
                  <a:cubicBezTo>
                    <a:pt x="1611630" y="1552194"/>
                    <a:pt x="1607185" y="1535811"/>
                    <a:pt x="1602486" y="1519428"/>
                  </a:cubicBezTo>
                  <a:close/>
                  <a:moveTo>
                    <a:pt x="1629029" y="1618742"/>
                  </a:moveTo>
                  <a:cubicBezTo>
                    <a:pt x="1633093" y="1634998"/>
                    <a:pt x="1637157" y="1651508"/>
                    <a:pt x="1641094" y="1668018"/>
                  </a:cubicBezTo>
                  <a:lnTo>
                    <a:pt x="1591691" y="1679702"/>
                  </a:lnTo>
                  <a:cubicBezTo>
                    <a:pt x="1587881" y="1663446"/>
                    <a:pt x="1583817" y="1647190"/>
                    <a:pt x="1579753" y="1631188"/>
                  </a:cubicBezTo>
                  <a:close/>
                  <a:moveTo>
                    <a:pt x="1603248" y="1730375"/>
                  </a:moveTo>
                  <a:cubicBezTo>
                    <a:pt x="1606931" y="1747139"/>
                    <a:pt x="1610614" y="1764030"/>
                    <a:pt x="1614170" y="1780921"/>
                  </a:cubicBezTo>
                  <a:lnTo>
                    <a:pt x="1564386" y="1791335"/>
                  </a:lnTo>
                  <a:cubicBezTo>
                    <a:pt x="1560830" y="1774571"/>
                    <a:pt x="1557274" y="1757934"/>
                    <a:pt x="1553591" y="1741424"/>
                  </a:cubicBezTo>
                  <a:close/>
                  <a:moveTo>
                    <a:pt x="1574546" y="1842008"/>
                  </a:moveTo>
                  <a:cubicBezTo>
                    <a:pt x="1577721" y="1858518"/>
                    <a:pt x="1580896" y="1875155"/>
                    <a:pt x="1583944" y="1891792"/>
                  </a:cubicBezTo>
                  <a:lnTo>
                    <a:pt x="1533906" y="1900936"/>
                  </a:lnTo>
                  <a:cubicBezTo>
                    <a:pt x="1530858" y="1884426"/>
                    <a:pt x="1527810" y="1868043"/>
                    <a:pt x="1524635" y="1851787"/>
                  </a:cubicBezTo>
                  <a:close/>
                  <a:moveTo>
                    <a:pt x="1542923" y="1951990"/>
                  </a:moveTo>
                  <a:cubicBezTo>
                    <a:pt x="1545717" y="1968881"/>
                    <a:pt x="1548511" y="1985899"/>
                    <a:pt x="1551178" y="2002917"/>
                  </a:cubicBezTo>
                  <a:lnTo>
                    <a:pt x="1501013" y="2010791"/>
                  </a:lnTo>
                  <a:cubicBezTo>
                    <a:pt x="1498346" y="1993900"/>
                    <a:pt x="1495679" y="1977136"/>
                    <a:pt x="1492885" y="1960499"/>
                  </a:cubicBezTo>
                  <a:close/>
                  <a:moveTo>
                    <a:pt x="1508760" y="2061972"/>
                  </a:moveTo>
                  <a:cubicBezTo>
                    <a:pt x="1511173" y="2078609"/>
                    <a:pt x="1513459" y="2095373"/>
                    <a:pt x="1515745" y="2112137"/>
                  </a:cubicBezTo>
                  <a:lnTo>
                    <a:pt x="1465326" y="2118741"/>
                  </a:lnTo>
                  <a:cubicBezTo>
                    <a:pt x="1463167" y="2102104"/>
                    <a:pt x="1460881" y="2085594"/>
                    <a:pt x="1458468" y="2069211"/>
                  </a:cubicBezTo>
                  <a:close/>
                  <a:moveTo>
                    <a:pt x="1471803" y="2170049"/>
                  </a:moveTo>
                  <a:cubicBezTo>
                    <a:pt x="1473835" y="2187067"/>
                    <a:pt x="1475740" y="2204085"/>
                    <a:pt x="1477645" y="2221103"/>
                  </a:cubicBezTo>
                  <a:lnTo>
                    <a:pt x="1427099" y="2226564"/>
                  </a:lnTo>
                  <a:cubicBezTo>
                    <a:pt x="1425321" y="2209673"/>
                    <a:pt x="1423289" y="2192782"/>
                    <a:pt x="1421384" y="2176018"/>
                  </a:cubicBezTo>
                  <a:close/>
                  <a:moveTo>
                    <a:pt x="1432433" y="2278380"/>
                  </a:moveTo>
                  <a:cubicBezTo>
                    <a:pt x="1434084" y="2295144"/>
                    <a:pt x="1435608" y="2311908"/>
                    <a:pt x="1437005" y="2328799"/>
                  </a:cubicBezTo>
                  <a:lnTo>
                    <a:pt x="1386332" y="2333117"/>
                  </a:lnTo>
                  <a:cubicBezTo>
                    <a:pt x="1384935" y="2316480"/>
                    <a:pt x="1383411" y="2299843"/>
                    <a:pt x="1381760" y="2283333"/>
                  </a:cubicBezTo>
                  <a:close/>
                  <a:moveTo>
                    <a:pt x="1390396" y="2384425"/>
                  </a:moveTo>
                  <a:cubicBezTo>
                    <a:pt x="1391666" y="2401443"/>
                    <a:pt x="1392809" y="2418461"/>
                    <a:pt x="1393952" y="2435606"/>
                  </a:cubicBezTo>
                  <a:lnTo>
                    <a:pt x="1343279" y="2438781"/>
                  </a:lnTo>
                  <a:cubicBezTo>
                    <a:pt x="1342263" y="2421890"/>
                    <a:pt x="1341120" y="2404999"/>
                    <a:pt x="1339850" y="2388235"/>
                  </a:cubicBezTo>
                  <a:close/>
                  <a:moveTo>
                    <a:pt x="1346327" y="2490851"/>
                  </a:moveTo>
                  <a:cubicBezTo>
                    <a:pt x="1347216" y="2507742"/>
                    <a:pt x="1347978" y="2524633"/>
                    <a:pt x="1348613" y="2541651"/>
                  </a:cubicBezTo>
                  <a:lnTo>
                    <a:pt x="1297813" y="2543683"/>
                  </a:lnTo>
                  <a:cubicBezTo>
                    <a:pt x="1297178" y="2526919"/>
                    <a:pt x="1296416" y="2510155"/>
                    <a:pt x="1295527" y="2493518"/>
                  </a:cubicBezTo>
                  <a:close/>
                  <a:moveTo>
                    <a:pt x="1299718" y="2594991"/>
                  </a:moveTo>
                  <a:cubicBezTo>
                    <a:pt x="1300226" y="2612009"/>
                    <a:pt x="1300607" y="2629027"/>
                    <a:pt x="1300988" y="2646045"/>
                  </a:cubicBezTo>
                  <a:lnTo>
                    <a:pt x="1250188" y="2647061"/>
                  </a:lnTo>
                  <a:cubicBezTo>
                    <a:pt x="1249807" y="2630170"/>
                    <a:pt x="1249426" y="2613279"/>
                    <a:pt x="1248918" y="2596515"/>
                  </a:cubicBezTo>
                  <a:close/>
                  <a:moveTo>
                    <a:pt x="1250950" y="2698877"/>
                  </a:moveTo>
                  <a:cubicBezTo>
                    <a:pt x="1251077" y="2712466"/>
                    <a:pt x="1251077" y="2726182"/>
                    <a:pt x="1251077" y="2739898"/>
                  </a:cubicBezTo>
                  <a:lnTo>
                    <a:pt x="1225677" y="2739898"/>
                  </a:lnTo>
                  <a:lnTo>
                    <a:pt x="1251077" y="2739898"/>
                  </a:lnTo>
                  <a:cubicBezTo>
                    <a:pt x="1251077" y="2743454"/>
                    <a:pt x="1251077" y="2746883"/>
                    <a:pt x="1251077" y="2750439"/>
                  </a:cubicBezTo>
                  <a:lnTo>
                    <a:pt x="1200277" y="2750312"/>
                  </a:lnTo>
                  <a:cubicBezTo>
                    <a:pt x="1200277" y="2746883"/>
                    <a:pt x="1200277" y="2743327"/>
                    <a:pt x="1200277" y="2739898"/>
                  </a:cubicBezTo>
                  <a:cubicBezTo>
                    <a:pt x="1200277" y="2726309"/>
                    <a:pt x="1200277" y="2712847"/>
                    <a:pt x="1200150" y="2699258"/>
                  </a:cubicBezTo>
                  <a:close/>
                  <a:moveTo>
                    <a:pt x="1199896" y="2802382"/>
                  </a:moveTo>
                  <a:cubicBezTo>
                    <a:pt x="1199642" y="2819527"/>
                    <a:pt x="1199388" y="2836545"/>
                    <a:pt x="1199007" y="2853563"/>
                  </a:cubicBezTo>
                  <a:lnTo>
                    <a:pt x="1148207" y="2852420"/>
                  </a:lnTo>
                  <a:cubicBezTo>
                    <a:pt x="1148588" y="2835529"/>
                    <a:pt x="1148969" y="2818638"/>
                    <a:pt x="1149096" y="2801747"/>
                  </a:cubicBezTo>
                  <a:close/>
                  <a:moveTo>
                    <a:pt x="1146683" y="2903855"/>
                  </a:moveTo>
                  <a:cubicBezTo>
                    <a:pt x="1146048" y="2920746"/>
                    <a:pt x="1145413" y="2937637"/>
                    <a:pt x="1144651" y="2954528"/>
                  </a:cubicBezTo>
                  <a:lnTo>
                    <a:pt x="1093851" y="2952242"/>
                  </a:lnTo>
                  <a:cubicBezTo>
                    <a:pt x="1094613" y="2935605"/>
                    <a:pt x="1095248" y="2918968"/>
                    <a:pt x="1095883" y="2902204"/>
                  </a:cubicBezTo>
                  <a:close/>
                  <a:moveTo>
                    <a:pt x="1091311" y="3004058"/>
                  </a:moveTo>
                  <a:cubicBezTo>
                    <a:pt x="1090295" y="3021203"/>
                    <a:pt x="1089279" y="3038348"/>
                    <a:pt x="1088136" y="3055366"/>
                  </a:cubicBezTo>
                  <a:lnTo>
                    <a:pt x="1037463" y="3051937"/>
                  </a:lnTo>
                  <a:cubicBezTo>
                    <a:pt x="1038606" y="3035046"/>
                    <a:pt x="1039622" y="3018155"/>
                    <a:pt x="1040638" y="3001137"/>
                  </a:cubicBezTo>
                  <a:close/>
                  <a:moveTo>
                    <a:pt x="1033780" y="3103499"/>
                  </a:moveTo>
                  <a:cubicBezTo>
                    <a:pt x="1032510" y="3120390"/>
                    <a:pt x="1030986" y="3137281"/>
                    <a:pt x="1029462" y="3154045"/>
                  </a:cubicBezTo>
                  <a:lnTo>
                    <a:pt x="978916" y="3149473"/>
                  </a:lnTo>
                  <a:cubicBezTo>
                    <a:pt x="980440" y="3132836"/>
                    <a:pt x="981837" y="3116199"/>
                    <a:pt x="983107" y="3099435"/>
                  </a:cubicBezTo>
                  <a:close/>
                  <a:moveTo>
                    <a:pt x="973963" y="3200654"/>
                  </a:moveTo>
                  <a:cubicBezTo>
                    <a:pt x="972185" y="3217799"/>
                    <a:pt x="970407" y="3234944"/>
                    <a:pt x="968502" y="3251962"/>
                  </a:cubicBezTo>
                  <a:lnTo>
                    <a:pt x="918083" y="3246247"/>
                  </a:lnTo>
                  <a:cubicBezTo>
                    <a:pt x="919988" y="3229356"/>
                    <a:pt x="921766" y="3212465"/>
                    <a:pt x="923544" y="3195447"/>
                  </a:cubicBezTo>
                  <a:close/>
                  <a:moveTo>
                    <a:pt x="911987" y="3297682"/>
                  </a:moveTo>
                  <a:cubicBezTo>
                    <a:pt x="909828" y="3314573"/>
                    <a:pt x="907669" y="3331337"/>
                    <a:pt x="905383" y="3348101"/>
                  </a:cubicBezTo>
                  <a:lnTo>
                    <a:pt x="855091" y="3341243"/>
                  </a:lnTo>
                  <a:cubicBezTo>
                    <a:pt x="857377" y="3324733"/>
                    <a:pt x="859536" y="3308096"/>
                    <a:pt x="861568" y="3291332"/>
                  </a:cubicBezTo>
                  <a:close/>
                  <a:moveTo>
                    <a:pt x="847852" y="3391789"/>
                  </a:moveTo>
                  <a:cubicBezTo>
                    <a:pt x="845312" y="3408934"/>
                    <a:pt x="842645" y="3425952"/>
                    <a:pt x="839978" y="3442843"/>
                  </a:cubicBezTo>
                  <a:lnTo>
                    <a:pt x="789813" y="3434715"/>
                  </a:lnTo>
                  <a:cubicBezTo>
                    <a:pt x="792480" y="3417951"/>
                    <a:pt x="795147" y="3401187"/>
                    <a:pt x="797687" y="3384296"/>
                  </a:cubicBezTo>
                  <a:close/>
                  <a:moveTo>
                    <a:pt x="781177" y="3486150"/>
                  </a:moveTo>
                  <a:cubicBezTo>
                    <a:pt x="778256" y="3502914"/>
                    <a:pt x="775208" y="3519678"/>
                    <a:pt x="772160" y="3536315"/>
                  </a:cubicBezTo>
                  <a:lnTo>
                    <a:pt x="722249" y="3526917"/>
                  </a:lnTo>
                  <a:cubicBezTo>
                    <a:pt x="725297" y="3510534"/>
                    <a:pt x="728345" y="3494024"/>
                    <a:pt x="731266" y="3477387"/>
                  </a:cubicBezTo>
                  <a:close/>
                  <a:moveTo>
                    <a:pt x="712597" y="3577082"/>
                  </a:moveTo>
                  <a:cubicBezTo>
                    <a:pt x="709168" y="3593973"/>
                    <a:pt x="705739" y="3610864"/>
                    <a:pt x="702056" y="3627628"/>
                  </a:cubicBezTo>
                  <a:lnTo>
                    <a:pt x="652399" y="3616960"/>
                  </a:lnTo>
                  <a:cubicBezTo>
                    <a:pt x="655955" y="3600450"/>
                    <a:pt x="659384" y="3583813"/>
                    <a:pt x="662813" y="3567176"/>
                  </a:cubicBezTo>
                  <a:close/>
                  <a:moveTo>
                    <a:pt x="641223" y="3668014"/>
                  </a:moveTo>
                  <a:cubicBezTo>
                    <a:pt x="637413" y="3684651"/>
                    <a:pt x="633476" y="3701161"/>
                    <a:pt x="629539" y="3717671"/>
                  </a:cubicBezTo>
                  <a:lnTo>
                    <a:pt x="580136" y="3705606"/>
                  </a:lnTo>
                  <a:cubicBezTo>
                    <a:pt x="584073" y="3689350"/>
                    <a:pt x="587883" y="3673094"/>
                    <a:pt x="591693" y="3656584"/>
                  </a:cubicBezTo>
                  <a:close/>
                  <a:moveTo>
                    <a:pt x="567690" y="3755136"/>
                  </a:moveTo>
                  <a:cubicBezTo>
                    <a:pt x="563372" y="3771900"/>
                    <a:pt x="558927" y="3788537"/>
                    <a:pt x="554355" y="3805047"/>
                  </a:cubicBezTo>
                  <a:lnTo>
                    <a:pt x="505333" y="3791585"/>
                  </a:lnTo>
                  <a:cubicBezTo>
                    <a:pt x="509778" y="3775329"/>
                    <a:pt x="514223" y="3758946"/>
                    <a:pt x="518414" y="3742436"/>
                  </a:cubicBezTo>
                  <a:close/>
                  <a:moveTo>
                    <a:pt x="491109" y="3842004"/>
                  </a:moveTo>
                  <a:cubicBezTo>
                    <a:pt x="486283" y="3858387"/>
                    <a:pt x="481457" y="3874643"/>
                    <a:pt x="476504" y="3890899"/>
                  </a:cubicBezTo>
                  <a:lnTo>
                    <a:pt x="427990" y="3875913"/>
                  </a:lnTo>
                  <a:cubicBezTo>
                    <a:pt x="432816" y="3860038"/>
                    <a:pt x="437642" y="3844036"/>
                    <a:pt x="442341" y="3827780"/>
                  </a:cubicBezTo>
                  <a:close/>
                  <a:moveTo>
                    <a:pt x="412623" y="3924681"/>
                  </a:moveTo>
                  <a:cubicBezTo>
                    <a:pt x="407289" y="3941064"/>
                    <a:pt x="401955" y="3957193"/>
                    <a:pt x="396367" y="3973195"/>
                  </a:cubicBezTo>
                  <a:lnTo>
                    <a:pt x="348361" y="3956685"/>
                  </a:lnTo>
                  <a:cubicBezTo>
                    <a:pt x="353822" y="3940937"/>
                    <a:pt x="359029" y="3925062"/>
                    <a:pt x="364363" y="3908933"/>
                  </a:cubicBezTo>
                  <a:close/>
                  <a:moveTo>
                    <a:pt x="331089" y="4005834"/>
                  </a:moveTo>
                  <a:cubicBezTo>
                    <a:pt x="325247" y="4021963"/>
                    <a:pt x="319278" y="4037965"/>
                    <a:pt x="313182" y="4053840"/>
                  </a:cubicBezTo>
                  <a:lnTo>
                    <a:pt x="265684" y="4035679"/>
                  </a:lnTo>
                  <a:cubicBezTo>
                    <a:pt x="271653" y="4020185"/>
                    <a:pt x="277495" y="4004437"/>
                    <a:pt x="283210" y="3988562"/>
                  </a:cubicBezTo>
                  <a:close/>
                  <a:moveTo>
                    <a:pt x="246507" y="4084320"/>
                  </a:moveTo>
                  <a:cubicBezTo>
                    <a:pt x="240030" y="4100322"/>
                    <a:pt x="233426" y="4116070"/>
                    <a:pt x="226822" y="4131691"/>
                  </a:cubicBezTo>
                  <a:lnTo>
                    <a:pt x="180086" y="4111752"/>
                  </a:lnTo>
                  <a:cubicBezTo>
                    <a:pt x="186563" y="4096512"/>
                    <a:pt x="193040" y="4081018"/>
                    <a:pt x="199390" y="4065270"/>
                  </a:cubicBezTo>
                  <a:close/>
                  <a:moveTo>
                    <a:pt x="159004" y="4159631"/>
                  </a:moveTo>
                  <a:cubicBezTo>
                    <a:pt x="151892" y="4175379"/>
                    <a:pt x="144653" y="4190873"/>
                    <a:pt x="137414" y="4206240"/>
                  </a:cubicBezTo>
                  <a:lnTo>
                    <a:pt x="91567" y="4184269"/>
                  </a:lnTo>
                  <a:cubicBezTo>
                    <a:pt x="98679" y="4169283"/>
                    <a:pt x="105791" y="4154043"/>
                    <a:pt x="112776" y="4138676"/>
                  </a:cubicBezTo>
                  <a:close/>
                  <a:moveTo>
                    <a:pt x="68453" y="4231386"/>
                  </a:moveTo>
                  <a:cubicBezTo>
                    <a:pt x="60579" y="4246753"/>
                    <a:pt x="52705" y="4261993"/>
                    <a:pt x="44704" y="4276979"/>
                  </a:cubicBezTo>
                  <a:lnTo>
                    <a:pt x="0" y="4252976"/>
                  </a:lnTo>
                  <a:cubicBezTo>
                    <a:pt x="7874" y="4238371"/>
                    <a:pt x="15621" y="4223512"/>
                    <a:pt x="23241" y="4208526"/>
                  </a:cubicBezTo>
                  <a:close/>
                  <a:moveTo>
                    <a:pt x="1931162" y="4025519"/>
                  </a:moveTo>
                  <a:cubicBezTo>
                    <a:pt x="1922526" y="4040632"/>
                    <a:pt x="1913890" y="4055364"/>
                    <a:pt x="1905000" y="4069969"/>
                  </a:cubicBezTo>
                  <a:lnTo>
                    <a:pt x="1861566" y="4043680"/>
                  </a:lnTo>
                  <a:cubicBezTo>
                    <a:pt x="1870075" y="4029583"/>
                    <a:pt x="1878584" y="4015105"/>
                    <a:pt x="1886966" y="4000500"/>
                  </a:cubicBezTo>
                  <a:close/>
                  <a:moveTo>
                    <a:pt x="1833499" y="4088511"/>
                  </a:moveTo>
                  <a:cubicBezTo>
                    <a:pt x="1824101" y="4103116"/>
                    <a:pt x="1814449" y="4117340"/>
                    <a:pt x="1804797" y="4131437"/>
                  </a:cubicBezTo>
                  <a:lnTo>
                    <a:pt x="1763014" y="4102481"/>
                  </a:lnTo>
                  <a:cubicBezTo>
                    <a:pt x="1772412" y="4088892"/>
                    <a:pt x="1781683" y="4075049"/>
                    <a:pt x="1790827" y="4060952"/>
                  </a:cubicBezTo>
                  <a:close/>
                  <a:moveTo>
                    <a:pt x="1731899" y="4146042"/>
                  </a:moveTo>
                  <a:cubicBezTo>
                    <a:pt x="1721485" y="4160012"/>
                    <a:pt x="1711071" y="4173601"/>
                    <a:pt x="1700403" y="4186809"/>
                  </a:cubicBezTo>
                  <a:lnTo>
                    <a:pt x="1660779" y="4155059"/>
                  </a:lnTo>
                  <a:cubicBezTo>
                    <a:pt x="1670939" y="4142232"/>
                    <a:pt x="1681099" y="4129151"/>
                    <a:pt x="1691132" y="4115689"/>
                  </a:cubicBezTo>
                  <a:close/>
                  <a:moveTo>
                    <a:pt x="1626489" y="4196334"/>
                  </a:moveTo>
                  <a:cubicBezTo>
                    <a:pt x="1615059" y="4209542"/>
                    <a:pt x="1603375" y="4222496"/>
                    <a:pt x="1591691" y="4234942"/>
                  </a:cubicBezTo>
                  <a:lnTo>
                    <a:pt x="1554734" y="4200017"/>
                  </a:lnTo>
                  <a:cubicBezTo>
                    <a:pt x="1566037" y="4188079"/>
                    <a:pt x="1577086" y="4175760"/>
                    <a:pt x="1588135" y="4163060"/>
                  </a:cubicBezTo>
                  <a:close/>
                  <a:moveTo>
                    <a:pt x="1516761" y="4238498"/>
                  </a:moveTo>
                  <a:cubicBezTo>
                    <a:pt x="1504188" y="4250690"/>
                    <a:pt x="1491361" y="4262374"/>
                    <a:pt x="1478534" y="4273550"/>
                  </a:cubicBezTo>
                  <a:lnTo>
                    <a:pt x="1445133" y="4235196"/>
                  </a:lnTo>
                  <a:cubicBezTo>
                    <a:pt x="1457325" y="4224528"/>
                    <a:pt x="1469517" y="4213479"/>
                    <a:pt x="1481455" y="4201795"/>
                  </a:cubicBezTo>
                  <a:close/>
                  <a:moveTo>
                    <a:pt x="1402842" y="4270121"/>
                  </a:moveTo>
                  <a:cubicBezTo>
                    <a:pt x="1388872" y="4281043"/>
                    <a:pt x="1374775" y="4291330"/>
                    <a:pt x="1360551" y="4301109"/>
                  </a:cubicBezTo>
                  <a:lnTo>
                    <a:pt x="1331849" y="4259199"/>
                  </a:lnTo>
                  <a:cubicBezTo>
                    <a:pt x="1345184" y="4250055"/>
                    <a:pt x="1358519" y="4240403"/>
                    <a:pt x="1371727" y="4230116"/>
                  </a:cubicBezTo>
                  <a:close/>
                  <a:moveTo>
                    <a:pt x="1285113" y="4289171"/>
                  </a:moveTo>
                  <a:cubicBezTo>
                    <a:pt x="1269873" y="4298188"/>
                    <a:pt x="1254506" y="4306570"/>
                    <a:pt x="1238885" y="4314190"/>
                  </a:cubicBezTo>
                  <a:lnTo>
                    <a:pt x="1216279" y="4268724"/>
                  </a:lnTo>
                  <a:cubicBezTo>
                    <a:pt x="1230757" y="4261612"/>
                    <a:pt x="1244981" y="4253865"/>
                    <a:pt x="1259205" y="4245483"/>
                  </a:cubicBezTo>
                  <a:close/>
                  <a:moveTo>
                    <a:pt x="1164844" y="4292092"/>
                  </a:moveTo>
                  <a:cubicBezTo>
                    <a:pt x="1148334" y="4298696"/>
                    <a:pt x="1131697" y="4304538"/>
                    <a:pt x="1114933" y="4309618"/>
                  </a:cubicBezTo>
                  <a:lnTo>
                    <a:pt x="1100074" y="4260977"/>
                  </a:lnTo>
                  <a:cubicBezTo>
                    <a:pt x="1115441" y="4256278"/>
                    <a:pt x="1130681" y="4250944"/>
                    <a:pt x="1145921" y="4244848"/>
                  </a:cubicBezTo>
                  <a:close/>
                  <a:moveTo>
                    <a:pt x="1044702" y="4275582"/>
                  </a:moveTo>
                  <a:cubicBezTo>
                    <a:pt x="1027303" y="4279265"/>
                    <a:pt x="1009904" y="4282059"/>
                    <a:pt x="992251" y="4284091"/>
                  </a:cubicBezTo>
                  <a:lnTo>
                    <a:pt x="986536" y="4233672"/>
                  </a:lnTo>
                  <a:cubicBezTo>
                    <a:pt x="1002538" y="4231894"/>
                    <a:pt x="1018540" y="4229227"/>
                    <a:pt x="1034288" y="4225925"/>
                  </a:cubicBezTo>
                  <a:close/>
                  <a:moveTo>
                    <a:pt x="1216533" y="4571619"/>
                  </a:moveTo>
                  <a:cubicBezTo>
                    <a:pt x="1213104" y="4571619"/>
                    <a:pt x="1209675" y="4571746"/>
                    <a:pt x="1206246" y="4571746"/>
                  </a:cubicBezTo>
                  <a:lnTo>
                    <a:pt x="1206246" y="4546346"/>
                  </a:lnTo>
                  <a:lnTo>
                    <a:pt x="1206246" y="4571746"/>
                  </a:lnTo>
                  <a:cubicBezTo>
                    <a:pt x="1191895" y="4571746"/>
                    <a:pt x="1177544" y="4571238"/>
                    <a:pt x="1163320" y="4570095"/>
                  </a:cubicBezTo>
                  <a:lnTo>
                    <a:pt x="1167257" y="4519422"/>
                  </a:lnTo>
                  <a:cubicBezTo>
                    <a:pt x="1180211" y="4520438"/>
                    <a:pt x="1193165" y="4520946"/>
                    <a:pt x="1206246" y="4520946"/>
                  </a:cubicBezTo>
                  <a:cubicBezTo>
                    <a:pt x="1209421" y="4520946"/>
                    <a:pt x="1212469" y="4520946"/>
                    <a:pt x="1215644" y="4520819"/>
                  </a:cubicBezTo>
                  <a:close/>
                  <a:moveTo>
                    <a:pt x="1109726" y="4512691"/>
                  </a:moveTo>
                  <a:cubicBezTo>
                    <a:pt x="1092327" y="4509643"/>
                    <a:pt x="1075055" y="4505833"/>
                    <a:pt x="1057910" y="4501261"/>
                  </a:cubicBezTo>
                  <a:lnTo>
                    <a:pt x="1070991" y="4452239"/>
                  </a:lnTo>
                  <a:cubicBezTo>
                    <a:pt x="1086612" y="4456430"/>
                    <a:pt x="1102360" y="4459859"/>
                    <a:pt x="1118235" y="4462653"/>
                  </a:cubicBezTo>
                  <a:close/>
                  <a:moveTo>
                    <a:pt x="1016000" y="4435348"/>
                  </a:moveTo>
                  <a:cubicBezTo>
                    <a:pt x="999617" y="4429379"/>
                    <a:pt x="983234" y="4422648"/>
                    <a:pt x="967105" y="4415282"/>
                  </a:cubicBezTo>
                  <a:lnTo>
                    <a:pt x="980567" y="4470019"/>
                  </a:lnTo>
                  <a:cubicBezTo>
                    <a:pt x="995426" y="4476877"/>
                    <a:pt x="1010539" y="4482973"/>
                    <a:pt x="1025652" y="4488561"/>
                  </a:cubicBezTo>
                  <a:close/>
                  <a:moveTo>
                    <a:pt x="929767" y="4444746"/>
                  </a:moveTo>
                  <a:cubicBezTo>
                    <a:pt x="914527" y="4436364"/>
                    <a:pt x="899541" y="4427347"/>
                    <a:pt x="884682" y="4417695"/>
                  </a:cubicBezTo>
                  <a:lnTo>
                    <a:pt x="912368" y="4375023"/>
                  </a:lnTo>
                  <a:cubicBezTo>
                    <a:pt x="926338" y="4384040"/>
                    <a:pt x="940308" y="4392549"/>
                    <a:pt x="954532" y="4400296"/>
                  </a:cubicBezTo>
                  <a:close/>
                  <a:moveTo>
                    <a:pt x="866394" y="4343400"/>
                  </a:moveTo>
                  <a:cubicBezTo>
                    <a:pt x="852551" y="4333113"/>
                    <a:pt x="838962" y="4322445"/>
                    <a:pt x="825500" y="4311142"/>
                  </a:cubicBezTo>
                  <a:lnTo>
                    <a:pt x="858012" y="4272153"/>
                  </a:lnTo>
                  <a:cubicBezTo>
                    <a:pt x="870839" y="4282821"/>
                    <a:pt x="883666" y="4292981"/>
                    <a:pt x="896620" y="4302633"/>
                  </a:cubicBezTo>
                  <a:close/>
                  <a:moveTo>
                    <a:pt x="816610" y="4235958"/>
                  </a:moveTo>
                  <a:cubicBezTo>
                    <a:pt x="804037" y="4224274"/>
                    <a:pt x="791591" y="4212082"/>
                    <a:pt x="779272" y="4199509"/>
                  </a:cubicBezTo>
                  <a:lnTo>
                    <a:pt x="815594" y="4163949"/>
                  </a:lnTo>
                  <a:cubicBezTo>
                    <a:pt x="827278" y="4176014"/>
                    <a:pt x="839216" y="4187571"/>
                    <a:pt x="851154" y="4198620"/>
                  </a:cubicBezTo>
                  <a:close/>
                  <a:moveTo>
                    <a:pt x="778383" y="4124198"/>
                  </a:moveTo>
                  <a:cubicBezTo>
                    <a:pt x="767080" y="4111498"/>
                    <a:pt x="755777" y="4098417"/>
                    <a:pt x="744728" y="4085082"/>
                  </a:cubicBezTo>
                  <a:lnTo>
                    <a:pt x="783971" y="4052697"/>
                  </a:lnTo>
                  <a:cubicBezTo>
                    <a:pt x="794639" y="4065651"/>
                    <a:pt x="805434" y="4078097"/>
                    <a:pt x="816229" y="4090289"/>
                  </a:cubicBezTo>
                  <a:close/>
                  <a:moveTo>
                    <a:pt x="750443" y="4010660"/>
                  </a:moveTo>
                  <a:cubicBezTo>
                    <a:pt x="740029" y="3997071"/>
                    <a:pt x="729742" y="3983101"/>
                    <a:pt x="719582" y="3968877"/>
                  </a:cubicBezTo>
                  <a:lnTo>
                    <a:pt x="760984" y="3939413"/>
                  </a:lnTo>
                  <a:cubicBezTo>
                    <a:pt x="770763" y="3953256"/>
                    <a:pt x="780669" y="3966718"/>
                    <a:pt x="790702" y="3979799"/>
                  </a:cubicBezTo>
                  <a:close/>
                  <a:moveTo>
                    <a:pt x="730631" y="3895471"/>
                  </a:moveTo>
                  <a:cubicBezTo>
                    <a:pt x="721233" y="3881247"/>
                    <a:pt x="711962" y="3866896"/>
                    <a:pt x="702818" y="3852164"/>
                  </a:cubicBezTo>
                  <a:lnTo>
                    <a:pt x="745998" y="3825367"/>
                  </a:lnTo>
                  <a:cubicBezTo>
                    <a:pt x="754888" y="3839718"/>
                    <a:pt x="763905" y="3853688"/>
                    <a:pt x="773049" y="3867404"/>
                  </a:cubicBezTo>
                  <a:close/>
                  <a:moveTo>
                    <a:pt x="718566" y="3779901"/>
                  </a:moveTo>
                  <a:cubicBezTo>
                    <a:pt x="710057" y="3765169"/>
                    <a:pt x="701548" y="3750310"/>
                    <a:pt x="693166" y="3735070"/>
                  </a:cubicBezTo>
                  <a:lnTo>
                    <a:pt x="737743" y="3710559"/>
                  </a:lnTo>
                  <a:cubicBezTo>
                    <a:pt x="745871" y="3725418"/>
                    <a:pt x="754126" y="3739896"/>
                    <a:pt x="762508" y="3754247"/>
                  </a:cubicBezTo>
                  <a:close/>
                  <a:moveTo>
                    <a:pt x="712978" y="3664077"/>
                  </a:moveTo>
                  <a:cubicBezTo>
                    <a:pt x="705231" y="3648964"/>
                    <a:pt x="697484" y="3633724"/>
                    <a:pt x="689864" y="3618230"/>
                  </a:cubicBezTo>
                  <a:lnTo>
                    <a:pt x="735457" y="3595878"/>
                  </a:lnTo>
                  <a:cubicBezTo>
                    <a:pt x="742823" y="3611118"/>
                    <a:pt x="750443" y="3625977"/>
                    <a:pt x="758063" y="3640709"/>
                  </a:cubicBezTo>
                  <a:close/>
                  <a:moveTo>
                    <a:pt x="712978" y="3548380"/>
                  </a:moveTo>
                  <a:cubicBezTo>
                    <a:pt x="705866" y="3533013"/>
                    <a:pt x="698881" y="3517392"/>
                    <a:pt x="691896" y="3501517"/>
                  </a:cubicBezTo>
                  <a:lnTo>
                    <a:pt x="738505" y="3481197"/>
                  </a:lnTo>
                  <a:cubicBezTo>
                    <a:pt x="745236" y="3496691"/>
                    <a:pt x="752094" y="3511931"/>
                    <a:pt x="759079" y="3527044"/>
                  </a:cubicBezTo>
                  <a:close/>
                  <a:moveTo>
                    <a:pt x="717931" y="3433064"/>
                  </a:moveTo>
                  <a:cubicBezTo>
                    <a:pt x="711454" y="3417443"/>
                    <a:pt x="705104" y="3401568"/>
                    <a:pt x="698754" y="3385439"/>
                  </a:cubicBezTo>
                  <a:lnTo>
                    <a:pt x="746125" y="3366897"/>
                  </a:lnTo>
                  <a:cubicBezTo>
                    <a:pt x="752221" y="3382645"/>
                    <a:pt x="758571" y="3398266"/>
                    <a:pt x="764921" y="3413633"/>
                  </a:cubicBezTo>
                  <a:close/>
                  <a:moveTo>
                    <a:pt x="727583" y="3318129"/>
                  </a:moveTo>
                  <a:cubicBezTo>
                    <a:pt x="721741" y="3302254"/>
                    <a:pt x="715899" y="3286125"/>
                    <a:pt x="710184" y="3269869"/>
                  </a:cubicBezTo>
                  <a:lnTo>
                    <a:pt x="758063" y="3253105"/>
                  </a:lnTo>
                  <a:cubicBezTo>
                    <a:pt x="763651" y="3269107"/>
                    <a:pt x="769366" y="3284855"/>
                    <a:pt x="775081" y="3300476"/>
                  </a:cubicBezTo>
                  <a:close/>
                  <a:moveTo>
                    <a:pt x="741172" y="3203829"/>
                  </a:moveTo>
                  <a:cubicBezTo>
                    <a:pt x="735838" y="3187954"/>
                    <a:pt x="730758" y="3171952"/>
                    <a:pt x="725678" y="3155696"/>
                  </a:cubicBezTo>
                  <a:lnTo>
                    <a:pt x="774192" y="3140456"/>
                  </a:lnTo>
                  <a:cubicBezTo>
                    <a:pt x="779145" y="3156331"/>
                    <a:pt x="784352" y="3172206"/>
                    <a:pt x="789432" y="3187827"/>
                  </a:cubicBezTo>
                  <a:close/>
                  <a:moveTo>
                    <a:pt x="759079" y="3091180"/>
                  </a:moveTo>
                  <a:cubicBezTo>
                    <a:pt x="754253" y="3074924"/>
                    <a:pt x="749427" y="3058414"/>
                    <a:pt x="744855" y="3041904"/>
                  </a:cubicBezTo>
                  <a:lnTo>
                    <a:pt x="793750" y="3028188"/>
                  </a:lnTo>
                  <a:cubicBezTo>
                    <a:pt x="798322" y="3044571"/>
                    <a:pt x="803021" y="3060700"/>
                    <a:pt x="807720" y="3076829"/>
                  </a:cubicBezTo>
                  <a:close/>
                  <a:moveTo>
                    <a:pt x="779780" y="2977388"/>
                  </a:moveTo>
                  <a:cubicBezTo>
                    <a:pt x="775462" y="2961132"/>
                    <a:pt x="771271" y="2944749"/>
                    <a:pt x="767207" y="2928366"/>
                  </a:cubicBezTo>
                  <a:lnTo>
                    <a:pt x="816483" y="2916047"/>
                  </a:lnTo>
                  <a:cubicBezTo>
                    <a:pt x="820547" y="2932303"/>
                    <a:pt x="824611" y="2948432"/>
                    <a:pt x="828929" y="2964434"/>
                  </a:cubicBezTo>
                  <a:close/>
                  <a:moveTo>
                    <a:pt x="804418" y="2866009"/>
                  </a:moveTo>
                  <a:cubicBezTo>
                    <a:pt x="800481" y="2849372"/>
                    <a:pt x="796798" y="2832735"/>
                    <a:pt x="792988" y="2815971"/>
                  </a:cubicBezTo>
                  <a:lnTo>
                    <a:pt x="842645" y="2805049"/>
                  </a:lnTo>
                  <a:cubicBezTo>
                    <a:pt x="846328" y="2821559"/>
                    <a:pt x="850011" y="2838069"/>
                    <a:pt x="853821" y="2854452"/>
                  </a:cubicBezTo>
                  <a:close/>
                  <a:moveTo>
                    <a:pt x="831596" y="2753741"/>
                  </a:moveTo>
                  <a:cubicBezTo>
                    <a:pt x="828167" y="2737231"/>
                    <a:pt x="824865" y="2720721"/>
                    <a:pt x="821690" y="2704084"/>
                  </a:cubicBezTo>
                  <a:lnTo>
                    <a:pt x="871601" y="2694432"/>
                  </a:lnTo>
                  <a:cubicBezTo>
                    <a:pt x="874776" y="2710815"/>
                    <a:pt x="878078" y="2727198"/>
                    <a:pt x="881380" y="2743454"/>
                  </a:cubicBezTo>
                  <a:close/>
                  <a:moveTo>
                    <a:pt x="159893" y="3079115"/>
                  </a:moveTo>
                  <a:cubicBezTo>
                    <a:pt x="156845" y="3062351"/>
                    <a:pt x="153924" y="3045587"/>
                    <a:pt x="151130" y="3028569"/>
                  </a:cubicBezTo>
                  <a:lnTo>
                    <a:pt x="201295" y="3020187"/>
                  </a:lnTo>
                  <a:cubicBezTo>
                    <a:pt x="204089" y="3036951"/>
                    <a:pt x="207010" y="3053461"/>
                    <a:pt x="209931" y="3070098"/>
                  </a:cubicBezTo>
                  <a:close/>
                  <a:moveTo>
                    <a:pt x="193040" y="2968625"/>
                  </a:moveTo>
                  <a:cubicBezTo>
                    <a:pt x="190500" y="2951988"/>
                    <a:pt x="187960" y="2935097"/>
                    <a:pt x="185547" y="2918333"/>
                  </a:cubicBezTo>
                  <a:lnTo>
                    <a:pt x="235839" y="2911221"/>
                  </a:lnTo>
                  <a:cubicBezTo>
                    <a:pt x="238252" y="2927858"/>
                    <a:pt x="240665" y="2944495"/>
                    <a:pt x="243205" y="2961005"/>
                  </a:cubicBezTo>
                  <a:close/>
                  <a:moveTo>
                    <a:pt x="228981" y="2860421"/>
                  </a:moveTo>
                  <a:cubicBezTo>
                    <a:pt x="226822" y="2843530"/>
                    <a:pt x="224663" y="2826639"/>
                    <a:pt x="222758" y="2809748"/>
                  </a:cubicBezTo>
                  <a:lnTo>
                    <a:pt x="273177" y="2803779"/>
                  </a:lnTo>
                  <a:cubicBezTo>
                    <a:pt x="275209" y="2820543"/>
                    <a:pt x="277241" y="2837307"/>
                    <a:pt x="279400" y="2853944"/>
                  </a:cubicBezTo>
                  <a:close/>
                  <a:moveTo>
                    <a:pt x="116713" y="2775077"/>
                  </a:moveTo>
                  <a:cubicBezTo>
                    <a:pt x="114935" y="2758186"/>
                    <a:pt x="113284" y="2741168"/>
                    <a:pt x="111633" y="2724023"/>
                  </a:cubicBezTo>
                  <a:lnTo>
                    <a:pt x="162179" y="2719197"/>
                  </a:lnTo>
                  <a:cubicBezTo>
                    <a:pt x="163830" y="2736088"/>
                    <a:pt x="165481" y="2752852"/>
                    <a:pt x="167259" y="2769616"/>
                  </a:cubicBezTo>
                  <a:close/>
                  <a:moveTo>
                    <a:pt x="157734" y="2668143"/>
                  </a:moveTo>
                  <a:cubicBezTo>
                    <a:pt x="156337" y="2651252"/>
                    <a:pt x="155067" y="2634361"/>
                    <a:pt x="153797" y="2617343"/>
                  </a:cubicBezTo>
                  <a:lnTo>
                    <a:pt x="204470" y="2613660"/>
                  </a:lnTo>
                  <a:cubicBezTo>
                    <a:pt x="205613" y="2630424"/>
                    <a:pt x="207010" y="2647188"/>
                    <a:pt x="208407" y="2663952"/>
                  </a:cubicBezTo>
                  <a:close/>
                  <a:moveTo>
                    <a:pt x="201041" y="2561971"/>
                  </a:moveTo>
                  <a:cubicBezTo>
                    <a:pt x="200025" y="2544826"/>
                    <a:pt x="199009" y="2527681"/>
                    <a:pt x="198247" y="2510409"/>
                  </a:cubicBezTo>
                  <a:lnTo>
                    <a:pt x="249047" y="2507869"/>
                  </a:lnTo>
                  <a:cubicBezTo>
                    <a:pt x="249936" y="2524887"/>
                    <a:pt x="250825" y="2541905"/>
                    <a:pt x="251841" y="2558796"/>
                  </a:cubicBezTo>
                  <a:close/>
                  <a:moveTo>
                    <a:pt x="246761" y="2456688"/>
                  </a:moveTo>
                  <a:cubicBezTo>
                    <a:pt x="246126" y="2439797"/>
                    <a:pt x="245491" y="2422906"/>
                    <a:pt x="245110" y="2405888"/>
                  </a:cubicBezTo>
                  <a:lnTo>
                    <a:pt x="295910" y="2404491"/>
                  </a:lnTo>
                  <a:cubicBezTo>
                    <a:pt x="296418" y="2421255"/>
                    <a:pt x="296926" y="2438019"/>
                    <a:pt x="297561" y="2454783"/>
                  </a:cubicBezTo>
                  <a:close/>
                  <a:moveTo>
                    <a:pt x="294767" y="2352802"/>
                  </a:moveTo>
                  <a:cubicBezTo>
                    <a:pt x="294513" y="2335657"/>
                    <a:pt x="294259" y="2318639"/>
                    <a:pt x="294132" y="2301367"/>
                  </a:cubicBezTo>
                  <a:lnTo>
                    <a:pt x="344932" y="2300986"/>
                  </a:lnTo>
                  <a:cubicBezTo>
                    <a:pt x="345059" y="2318004"/>
                    <a:pt x="345186" y="2334895"/>
                    <a:pt x="345567" y="2351786"/>
                  </a:cubicBezTo>
                  <a:close/>
                  <a:moveTo>
                    <a:pt x="91313" y="2285619"/>
                  </a:moveTo>
                  <a:cubicBezTo>
                    <a:pt x="91313" y="2268347"/>
                    <a:pt x="91440" y="2251202"/>
                    <a:pt x="91567" y="2234057"/>
                  </a:cubicBezTo>
                  <a:lnTo>
                    <a:pt x="142367" y="2234565"/>
                  </a:lnTo>
                  <a:cubicBezTo>
                    <a:pt x="142240" y="2251583"/>
                    <a:pt x="142113" y="2268601"/>
                    <a:pt x="142113" y="2285619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820900" y="3821650"/>
            <a:ext cx="524720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Gestión de Inventario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0900" y="3151116"/>
            <a:ext cx="236775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Arimo"/>
                <a:cs typeface="Arimo"/>
                <a:sym typeface="Arimo"/>
              </a:rPr>
              <a:t>01.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20900" y="4566483"/>
            <a:ext cx="536760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Control de stock, registro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automatico y alertas.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31425" y="972212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9"/>
              </a:lnSpc>
            </a:pPr>
            <a:r>
              <a:rPr lang="en-US" sz="6199" dirty="0">
                <a:solidFill>
                  <a:srgbClr val="29235C"/>
                </a:solidFill>
                <a:latin typeface="Cooper Black" panose="0208090404030B020404" pitchFamily="18" charset="0"/>
                <a:ea typeface="Arimo"/>
                <a:cs typeface="Arimo"/>
                <a:sym typeface="Arimo"/>
              </a:rPr>
              <a:t>OBJETIVOS ESPECÍFICOS</a:t>
            </a:r>
          </a:p>
        </p:txBody>
      </p:sp>
      <p:sp>
        <p:nvSpPr>
          <p:cNvPr id="11" name="AutoShape 11"/>
          <p:cNvSpPr/>
          <p:nvPr/>
        </p:nvSpPr>
        <p:spPr>
          <a:xfrm rot="9015">
            <a:off x="1820875" y="2353125"/>
            <a:ext cx="14527550" cy="0"/>
          </a:xfrm>
          <a:prstGeom prst="line">
            <a:avLst/>
          </a:prstGeom>
          <a:ln w="19050" cap="rnd">
            <a:solidFill>
              <a:srgbClr val="29235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9028">
            <a:off x="1841065" y="5919675"/>
            <a:ext cx="14507750" cy="0"/>
          </a:xfrm>
          <a:prstGeom prst="line">
            <a:avLst/>
          </a:prstGeom>
          <a:ln w="19050" cap="rnd">
            <a:solidFill>
              <a:srgbClr val="29235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7298791" y="3821650"/>
            <a:ext cx="524720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Proceso de Ventas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98791" y="3151116"/>
            <a:ext cx="236775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Arimo"/>
                <a:cs typeface="Arimo"/>
                <a:sym typeface="Arimo"/>
              </a:rPr>
              <a:t>02.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98791" y="4566483"/>
            <a:ext cx="536760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Ventas validadas, con garantias y envios automaticos.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46001" y="3821650"/>
            <a:ext cx="524720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Gestión de Compras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46001" y="3151116"/>
            <a:ext cx="236775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Arimo"/>
                <a:cs typeface="Arimo"/>
                <a:sym typeface="Arimo"/>
              </a:rPr>
              <a:t>03.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46001" y="4566483"/>
            <a:ext cx="536760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Órdenes de compra y actualizacion automatica de inventario.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41090" y="6759034"/>
            <a:ext cx="5247209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Gestión de Clientes y</a:t>
            </a:r>
          </a:p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Usuarios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41090" y="6088500"/>
            <a:ext cx="236775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Arimo"/>
                <a:cs typeface="Arimo"/>
                <a:sym typeface="Arimo"/>
              </a:rPr>
              <a:t>04</a:t>
            </a:r>
            <a:r>
              <a:rPr lang="en-US" sz="5200" dirty="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41090" y="8121109"/>
            <a:ext cx="536760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Autenticación segura y roles diferenciados.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18981" y="6759034"/>
            <a:ext cx="5247209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Trazabilidad y Auditoría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18981" y="6088500"/>
            <a:ext cx="236775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Arimo"/>
                <a:cs typeface="Arimo"/>
                <a:sym typeface="Arimo"/>
              </a:rPr>
              <a:t>05</a:t>
            </a:r>
            <a:r>
              <a:rPr lang="en-US" sz="5200" dirty="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8981" y="8121109"/>
            <a:ext cx="536760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Kardex automático e historial de movimientos.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46001" y="6759034"/>
            <a:ext cx="5247209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Análisis y </a:t>
            </a:r>
          </a:p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Reportes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566191" y="6088500"/>
            <a:ext cx="236775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Arimo"/>
                <a:cs typeface="Arimo"/>
                <a:sym typeface="Arimo"/>
              </a:rPr>
              <a:t>06.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546001" y="8121109"/>
            <a:ext cx="536760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Dashboard con métricas clave y reportes de stock.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75626" y="-3657150"/>
            <a:ext cx="6267450" cy="6019800"/>
          </a:xfrm>
          <a:custGeom>
            <a:avLst/>
            <a:gdLst/>
            <a:ahLst/>
            <a:cxnLst/>
            <a:rect l="l" t="t" r="r" b="b"/>
            <a:pathLst>
              <a:path w="6267450" h="6019800">
                <a:moveTo>
                  <a:pt x="0" y="0"/>
                </a:moveTo>
                <a:lnTo>
                  <a:pt x="6267450" y="0"/>
                </a:lnTo>
                <a:lnTo>
                  <a:pt x="6267450" y="6019800"/>
                </a:lnTo>
                <a:lnTo>
                  <a:pt x="0" y="6019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3636128">
            <a:off x="17362310" y="8079578"/>
            <a:ext cx="1672338" cy="3429074"/>
            <a:chOff x="0" y="0"/>
            <a:chExt cx="2229784" cy="4572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29866" cy="4572000"/>
            </a:xfrm>
            <a:custGeom>
              <a:avLst/>
              <a:gdLst/>
              <a:ahLst/>
              <a:cxnLst/>
              <a:rect l="l" t="t" r="r" b="b"/>
              <a:pathLst>
                <a:path w="2229866" h="4572000">
                  <a:moveTo>
                    <a:pt x="0" y="2286000"/>
                  </a:moveTo>
                  <a:cubicBezTo>
                    <a:pt x="0" y="1042035"/>
                    <a:pt x="486029" y="0"/>
                    <a:pt x="1114933" y="0"/>
                  </a:cubicBezTo>
                  <a:lnTo>
                    <a:pt x="1114933" y="25400"/>
                  </a:lnTo>
                  <a:lnTo>
                    <a:pt x="1114933" y="0"/>
                  </a:lnTo>
                  <a:cubicBezTo>
                    <a:pt x="1743837" y="0"/>
                    <a:pt x="2229866" y="1042035"/>
                    <a:pt x="2229866" y="2286000"/>
                  </a:cubicBezTo>
                  <a:lnTo>
                    <a:pt x="2204466" y="2286000"/>
                  </a:lnTo>
                  <a:lnTo>
                    <a:pt x="2229866" y="2286000"/>
                  </a:lnTo>
                  <a:cubicBezTo>
                    <a:pt x="2229866" y="3530092"/>
                    <a:pt x="1743837" y="4572000"/>
                    <a:pt x="1114933" y="4572000"/>
                  </a:cubicBezTo>
                  <a:lnTo>
                    <a:pt x="1114933" y="4546600"/>
                  </a:lnTo>
                  <a:lnTo>
                    <a:pt x="1114933" y="4572000"/>
                  </a:lnTo>
                  <a:cubicBezTo>
                    <a:pt x="486029" y="4572127"/>
                    <a:pt x="0" y="3530092"/>
                    <a:pt x="0" y="2286000"/>
                  </a:cubicBezTo>
                  <a:lnTo>
                    <a:pt x="25400" y="2286000"/>
                  </a:lnTo>
                  <a:lnTo>
                    <a:pt x="50800" y="2286000"/>
                  </a:lnTo>
                  <a:lnTo>
                    <a:pt x="25400" y="2286000"/>
                  </a:lnTo>
                  <a:lnTo>
                    <a:pt x="0" y="2286000"/>
                  </a:lnTo>
                  <a:moveTo>
                    <a:pt x="50800" y="2286000"/>
                  </a:moveTo>
                  <a:cubicBezTo>
                    <a:pt x="50800" y="2299970"/>
                    <a:pt x="39370" y="2311400"/>
                    <a:pt x="25400" y="2311400"/>
                  </a:cubicBezTo>
                  <a:cubicBezTo>
                    <a:pt x="11430" y="2311400"/>
                    <a:pt x="0" y="2299970"/>
                    <a:pt x="0" y="2286000"/>
                  </a:cubicBezTo>
                  <a:cubicBezTo>
                    <a:pt x="0" y="2272030"/>
                    <a:pt x="11430" y="2260600"/>
                    <a:pt x="25400" y="2260600"/>
                  </a:cubicBezTo>
                  <a:cubicBezTo>
                    <a:pt x="39370" y="2260600"/>
                    <a:pt x="50800" y="2272030"/>
                    <a:pt x="50800" y="2286000"/>
                  </a:cubicBezTo>
                  <a:cubicBezTo>
                    <a:pt x="50800" y="3538982"/>
                    <a:pt x="540385" y="4521200"/>
                    <a:pt x="1114933" y="4521200"/>
                  </a:cubicBezTo>
                  <a:cubicBezTo>
                    <a:pt x="1689481" y="4521200"/>
                    <a:pt x="2179066" y="3538982"/>
                    <a:pt x="2179066" y="2286000"/>
                  </a:cubicBezTo>
                  <a:cubicBezTo>
                    <a:pt x="2179066" y="1033018"/>
                    <a:pt x="1689481" y="50800"/>
                    <a:pt x="1114933" y="50800"/>
                  </a:cubicBezTo>
                  <a:lnTo>
                    <a:pt x="1114933" y="25400"/>
                  </a:lnTo>
                  <a:lnTo>
                    <a:pt x="1114933" y="50800"/>
                  </a:lnTo>
                  <a:cubicBezTo>
                    <a:pt x="540385" y="50800"/>
                    <a:pt x="50800" y="1033018"/>
                    <a:pt x="50800" y="2286000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grpSp>
        <p:nvGrpSpPr>
          <p:cNvPr id="5" name="Group 5"/>
          <p:cNvGrpSpPr/>
          <p:nvPr/>
        </p:nvGrpSpPr>
        <p:grpSpPr>
          <a:xfrm rot="-3636128">
            <a:off x="17127382" y="8487318"/>
            <a:ext cx="1672338" cy="3429074"/>
            <a:chOff x="0" y="0"/>
            <a:chExt cx="2229784" cy="4572099"/>
          </a:xfrm>
        </p:grpSpPr>
        <p:sp>
          <p:nvSpPr>
            <p:cNvPr id="6" name="Freeform 6"/>
            <p:cNvSpPr/>
            <p:nvPr/>
          </p:nvSpPr>
          <p:spPr>
            <a:xfrm>
              <a:off x="-91313" y="381"/>
              <a:ext cx="2173732" cy="4571746"/>
            </a:xfrm>
            <a:custGeom>
              <a:avLst/>
              <a:gdLst/>
              <a:ahLst/>
              <a:cxnLst/>
              <a:rect l="l" t="t" r="r" b="b"/>
              <a:pathLst>
                <a:path w="2173732" h="4571746">
                  <a:moveTo>
                    <a:pt x="92456" y="2182876"/>
                  </a:moveTo>
                  <a:cubicBezTo>
                    <a:pt x="92837" y="2165858"/>
                    <a:pt x="93218" y="2148840"/>
                    <a:pt x="93853" y="2131822"/>
                  </a:cubicBezTo>
                  <a:lnTo>
                    <a:pt x="144653" y="2133473"/>
                  </a:lnTo>
                  <a:cubicBezTo>
                    <a:pt x="144145" y="2150237"/>
                    <a:pt x="143637" y="2167001"/>
                    <a:pt x="143256" y="2183892"/>
                  </a:cubicBezTo>
                  <a:close/>
                  <a:moveTo>
                    <a:pt x="146558" y="2082165"/>
                  </a:moveTo>
                  <a:cubicBezTo>
                    <a:pt x="147320" y="2065147"/>
                    <a:pt x="148082" y="2048129"/>
                    <a:pt x="148971" y="2031111"/>
                  </a:cubicBezTo>
                  <a:lnTo>
                    <a:pt x="199644" y="2033905"/>
                  </a:lnTo>
                  <a:cubicBezTo>
                    <a:pt x="198755" y="2050669"/>
                    <a:pt x="197866" y="2067433"/>
                    <a:pt x="197231" y="2084324"/>
                  </a:cubicBezTo>
                  <a:close/>
                  <a:moveTo>
                    <a:pt x="202819" y="1981962"/>
                  </a:moveTo>
                  <a:cubicBezTo>
                    <a:pt x="203962" y="1964944"/>
                    <a:pt x="205105" y="1947926"/>
                    <a:pt x="206375" y="1930908"/>
                  </a:cubicBezTo>
                  <a:lnTo>
                    <a:pt x="257048" y="1934718"/>
                  </a:lnTo>
                  <a:cubicBezTo>
                    <a:pt x="255778" y="1951482"/>
                    <a:pt x="254635" y="1968373"/>
                    <a:pt x="253492" y="1985264"/>
                  </a:cubicBezTo>
                  <a:close/>
                  <a:moveTo>
                    <a:pt x="261239" y="1883537"/>
                  </a:moveTo>
                  <a:cubicBezTo>
                    <a:pt x="262763" y="1866646"/>
                    <a:pt x="264287" y="1849882"/>
                    <a:pt x="265938" y="1833245"/>
                  </a:cubicBezTo>
                  <a:lnTo>
                    <a:pt x="316484" y="1838198"/>
                  </a:lnTo>
                  <a:cubicBezTo>
                    <a:pt x="314833" y="1854708"/>
                    <a:pt x="313309" y="1871345"/>
                    <a:pt x="311912" y="1887982"/>
                  </a:cubicBezTo>
                  <a:close/>
                  <a:moveTo>
                    <a:pt x="321945" y="1786255"/>
                  </a:moveTo>
                  <a:cubicBezTo>
                    <a:pt x="323850" y="1769237"/>
                    <a:pt x="325755" y="1752219"/>
                    <a:pt x="327914" y="1735201"/>
                  </a:cubicBezTo>
                  <a:lnTo>
                    <a:pt x="378333" y="1741424"/>
                  </a:lnTo>
                  <a:cubicBezTo>
                    <a:pt x="376301" y="1758188"/>
                    <a:pt x="374269" y="1774952"/>
                    <a:pt x="372491" y="1791843"/>
                  </a:cubicBezTo>
                  <a:close/>
                  <a:moveTo>
                    <a:pt x="384937" y="1690243"/>
                  </a:moveTo>
                  <a:cubicBezTo>
                    <a:pt x="387223" y="1673479"/>
                    <a:pt x="389509" y="1656715"/>
                    <a:pt x="391922" y="1640205"/>
                  </a:cubicBezTo>
                  <a:lnTo>
                    <a:pt x="442214" y="1647571"/>
                  </a:lnTo>
                  <a:cubicBezTo>
                    <a:pt x="439801" y="1663954"/>
                    <a:pt x="437515" y="1680464"/>
                    <a:pt x="435229" y="1697101"/>
                  </a:cubicBezTo>
                  <a:close/>
                  <a:moveTo>
                    <a:pt x="450088" y="1596136"/>
                  </a:moveTo>
                  <a:cubicBezTo>
                    <a:pt x="452755" y="1579118"/>
                    <a:pt x="455549" y="1562227"/>
                    <a:pt x="458470" y="1545336"/>
                  </a:cubicBezTo>
                  <a:lnTo>
                    <a:pt x="508508" y="1553972"/>
                  </a:lnTo>
                  <a:cubicBezTo>
                    <a:pt x="505587" y="1570609"/>
                    <a:pt x="502920" y="1587373"/>
                    <a:pt x="500253" y="1604137"/>
                  </a:cubicBezTo>
                  <a:close/>
                  <a:moveTo>
                    <a:pt x="517652" y="1503045"/>
                  </a:moveTo>
                  <a:cubicBezTo>
                    <a:pt x="520700" y="1486408"/>
                    <a:pt x="523875" y="1469771"/>
                    <a:pt x="527177" y="1453388"/>
                  </a:cubicBezTo>
                  <a:lnTo>
                    <a:pt x="576961" y="1463294"/>
                  </a:lnTo>
                  <a:cubicBezTo>
                    <a:pt x="573786" y="1479550"/>
                    <a:pt x="570611" y="1495933"/>
                    <a:pt x="567563" y="1512316"/>
                  </a:cubicBezTo>
                  <a:close/>
                  <a:moveTo>
                    <a:pt x="587375" y="1412367"/>
                  </a:moveTo>
                  <a:cubicBezTo>
                    <a:pt x="590931" y="1395476"/>
                    <a:pt x="594614" y="1378585"/>
                    <a:pt x="598424" y="1361948"/>
                  </a:cubicBezTo>
                  <a:lnTo>
                    <a:pt x="647954" y="1373124"/>
                  </a:lnTo>
                  <a:cubicBezTo>
                    <a:pt x="644271" y="1389634"/>
                    <a:pt x="640588" y="1406144"/>
                    <a:pt x="637032" y="1422908"/>
                  </a:cubicBezTo>
                  <a:close/>
                  <a:moveTo>
                    <a:pt x="659638" y="1322705"/>
                  </a:moveTo>
                  <a:cubicBezTo>
                    <a:pt x="663575" y="1306195"/>
                    <a:pt x="667639" y="1289812"/>
                    <a:pt x="671830" y="1273556"/>
                  </a:cubicBezTo>
                  <a:lnTo>
                    <a:pt x="721106" y="1286129"/>
                  </a:lnTo>
                  <a:cubicBezTo>
                    <a:pt x="717042" y="1302131"/>
                    <a:pt x="712978" y="1318260"/>
                    <a:pt x="709041" y="1334516"/>
                  </a:cubicBezTo>
                  <a:close/>
                  <a:moveTo>
                    <a:pt x="734314" y="1235710"/>
                  </a:moveTo>
                  <a:cubicBezTo>
                    <a:pt x="738886" y="1218946"/>
                    <a:pt x="743458" y="1202436"/>
                    <a:pt x="748157" y="1185926"/>
                  </a:cubicBezTo>
                  <a:lnTo>
                    <a:pt x="796925" y="1199896"/>
                  </a:lnTo>
                  <a:cubicBezTo>
                    <a:pt x="792226" y="1216152"/>
                    <a:pt x="787654" y="1232408"/>
                    <a:pt x="783209" y="1248918"/>
                  </a:cubicBezTo>
                  <a:close/>
                  <a:moveTo>
                    <a:pt x="811530" y="1150112"/>
                  </a:moveTo>
                  <a:cubicBezTo>
                    <a:pt x="816483" y="1133856"/>
                    <a:pt x="821436" y="1117854"/>
                    <a:pt x="826643" y="1101979"/>
                  </a:cubicBezTo>
                  <a:lnTo>
                    <a:pt x="875030" y="1117473"/>
                  </a:lnTo>
                  <a:cubicBezTo>
                    <a:pt x="869950" y="1133094"/>
                    <a:pt x="864997" y="1148969"/>
                    <a:pt x="860171" y="1164844"/>
                  </a:cubicBezTo>
                  <a:close/>
                  <a:moveTo>
                    <a:pt x="891159" y="1068324"/>
                  </a:moveTo>
                  <a:cubicBezTo>
                    <a:pt x="896747" y="1052068"/>
                    <a:pt x="902335" y="1035939"/>
                    <a:pt x="908050" y="1019937"/>
                  </a:cubicBezTo>
                  <a:lnTo>
                    <a:pt x="955929" y="1037082"/>
                  </a:lnTo>
                  <a:cubicBezTo>
                    <a:pt x="950341" y="1052830"/>
                    <a:pt x="944753" y="1068578"/>
                    <a:pt x="939292" y="1084580"/>
                  </a:cubicBezTo>
                  <a:close/>
                  <a:moveTo>
                    <a:pt x="973836" y="988060"/>
                  </a:moveTo>
                  <a:cubicBezTo>
                    <a:pt x="979932" y="971931"/>
                    <a:pt x="986155" y="956056"/>
                    <a:pt x="992378" y="940308"/>
                  </a:cubicBezTo>
                  <a:lnTo>
                    <a:pt x="1039495" y="959231"/>
                  </a:lnTo>
                  <a:cubicBezTo>
                    <a:pt x="1033272" y="974725"/>
                    <a:pt x="1027176" y="990346"/>
                    <a:pt x="1021207" y="1006094"/>
                  </a:cubicBezTo>
                  <a:close/>
                  <a:moveTo>
                    <a:pt x="1059307" y="910844"/>
                  </a:moveTo>
                  <a:cubicBezTo>
                    <a:pt x="1066038" y="894969"/>
                    <a:pt x="1072896" y="879221"/>
                    <a:pt x="1079754" y="863727"/>
                  </a:cubicBezTo>
                  <a:lnTo>
                    <a:pt x="1126109" y="884428"/>
                  </a:lnTo>
                  <a:cubicBezTo>
                    <a:pt x="1119378" y="899541"/>
                    <a:pt x="1112647" y="915035"/>
                    <a:pt x="1106043" y="930529"/>
                  </a:cubicBezTo>
                  <a:close/>
                  <a:moveTo>
                    <a:pt x="1147953" y="836803"/>
                  </a:moveTo>
                  <a:cubicBezTo>
                    <a:pt x="1155319" y="821182"/>
                    <a:pt x="1162812" y="805815"/>
                    <a:pt x="1170432" y="790575"/>
                  </a:cubicBezTo>
                  <a:lnTo>
                    <a:pt x="1215898" y="813308"/>
                  </a:lnTo>
                  <a:cubicBezTo>
                    <a:pt x="1208532" y="828167"/>
                    <a:pt x="1201166" y="843153"/>
                    <a:pt x="1193927" y="858520"/>
                  </a:cubicBezTo>
                  <a:close/>
                  <a:moveTo>
                    <a:pt x="1239901" y="766572"/>
                  </a:moveTo>
                  <a:cubicBezTo>
                    <a:pt x="1248029" y="751332"/>
                    <a:pt x="1256284" y="736219"/>
                    <a:pt x="1264539" y="721487"/>
                  </a:cubicBezTo>
                  <a:lnTo>
                    <a:pt x="1308862" y="746379"/>
                  </a:lnTo>
                  <a:cubicBezTo>
                    <a:pt x="1300734" y="760857"/>
                    <a:pt x="1292733" y="775462"/>
                    <a:pt x="1284859" y="790448"/>
                  </a:cubicBezTo>
                  <a:close/>
                  <a:moveTo>
                    <a:pt x="1335405" y="700786"/>
                  </a:moveTo>
                  <a:cubicBezTo>
                    <a:pt x="1344295" y="685927"/>
                    <a:pt x="1353312" y="671322"/>
                    <a:pt x="1362456" y="656971"/>
                  </a:cubicBezTo>
                  <a:lnTo>
                    <a:pt x="1405255" y="684276"/>
                  </a:lnTo>
                  <a:cubicBezTo>
                    <a:pt x="1396365" y="698246"/>
                    <a:pt x="1387602" y="712343"/>
                    <a:pt x="1378966" y="726821"/>
                  </a:cubicBezTo>
                  <a:close/>
                  <a:moveTo>
                    <a:pt x="1434465" y="639953"/>
                  </a:moveTo>
                  <a:cubicBezTo>
                    <a:pt x="1444371" y="625475"/>
                    <a:pt x="1454277" y="611378"/>
                    <a:pt x="1464437" y="597535"/>
                  </a:cubicBezTo>
                  <a:lnTo>
                    <a:pt x="1505458" y="627507"/>
                  </a:lnTo>
                  <a:cubicBezTo>
                    <a:pt x="1495679" y="640842"/>
                    <a:pt x="1486027" y="654558"/>
                    <a:pt x="1476502" y="668528"/>
                  </a:cubicBezTo>
                  <a:close/>
                  <a:moveTo>
                    <a:pt x="1537589" y="585089"/>
                  </a:moveTo>
                  <a:cubicBezTo>
                    <a:pt x="1548384" y="571373"/>
                    <a:pt x="1559433" y="557911"/>
                    <a:pt x="1570482" y="544830"/>
                  </a:cubicBezTo>
                  <a:lnTo>
                    <a:pt x="1609090" y="577723"/>
                  </a:lnTo>
                  <a:cubicBezTo>
                    <a:pt x="1598422" y="590296"/>
                    <a:pt x="1587881" y="603123"/>
                    <a:pt x="1577340" y="616458"/>
                  </a:cubicBezTo>
                  <a:close/>
                  <a:moveTo>
                    <a:pt x="1644777" y="537464"/>
                  </a:moveTo>
                  <a:cubicBezTo>
                    <a:pt x="1656715" y="524637"/>
                    <a:pt x="1668653" y="512191"/>
                    <a:pt x="1680845" y="500253"/>
                  </a:cubicBezTo>
                  <a:lnTo>
                    <a:pt x="1716532" y="536448"/>
                  </a:lnTo>
                  <a:cubicBezTo>
                    <a:pt x="1704975" y="547878"/>
                    <a:pt x="1693418" y="559689"/>
                    <a:pt x="1682115" y="572008"/>
                  </a:cubicBezTo>
                  <a:close/>
                  <a:moveTo>
                    <a:pt x="1756156" y="499237"/>
                  </a:moveTo>
                  <a:cubicBezTo>
                    <a:pt x="1769364" y="487553"/>
                    <a:pt x="1782699" y="476250"/>
                    <a:pt x="1796161" y="465455"/>
                  </a:cubicBezTo>
                  <a:lnTo>
                    <a:pt x="1827784" y="505206"/>
                  </a:lnTo>
                  <a:cubicBezTo>
                    <a:pt x="1815084" y="515366"/>
                    <a:pt x="1802384" y="526034"/>
                    <a:pt x="1789938" y="537083"/>
                  </a:cubicBezTo>
                  <a:close/>
                  <a:moveTo>
                    <a:pt x="1871853" y="471932"/>
                  </a:moveTo>
                  <a:cubicBezTo>
                    <a:pt x="1886331" y="461772"/>
                    <a:pt x="1900936" y="452120"/>
                    <a:pt x="1915668" y="443230"/>
                  </a:cubicBezTo>
                  <a:lnTo>
                    <a:pt x="1942084" y="486664"/>
                  </a:lnTo>
                  <a:cubicBezTo>
                    <a:pt x="1928368" y="495046"/>
                    <a:pt x="1914652" y="504063"/>
                    <a:pt x="1901063" y="513588"/>
                  </a:cubicBezTo>
                  <a:close/>
                  <a:moveTo>
                    <a:pt x="1990725" y="459105"/>
                  </a:moveTo>
                  <a:cubicBezTo>
                    <a:pt x="2006473" y="450977"/>
                    <a:pt x="2022348" y="443611"/>
                    <a:pt x="2038477" y="436753"/>
                  </a:cubicBezTo>
                  <a:lnTo>
                    <a:pt x="2058162" y="483616"/>
                  </a:lnTo>
                  <a:cubicBezTo>
                    <a:pt x="2043303" y="489839"/>
                    <a:pt x="2028571" y="496697"/>
                    <a:pt x="2013966" y="504190"/>
                  </a:cubicBezTo>
                  <a:close/>
                  <a:moveTo>
                    <a:pt x="2111248" y="463423"/>
                  </a:moveTo>
                  <a:cubicBezTo>
                    <a:pt x="2128139" y="457962"/>
                    <a:pt x="2145157" y="453263"/>
                    <a:pt x="2162429" y="449326"/>
                  </a:cubicBezTo>
                  <a:lnTo>
                    <a:pt x="2173732" y="498856"/>
                  </a:lnTo>
                  <a:cubicBezTo>
                    <a:pt x="2158111" y="502412"/>
                    <a:pt x="2142490" y="506730"/>
                    <a:pt x="2126996" y="511810"/>
                  </a:cubicBezTo>
                  <a:close/>
                  <a:moveTo>
                    <a:pt x="1132078" y="4572"/>
                  </a:moveTo>
                  <a:cubicBezTo>
                    <a:pt x="1149604" y="2159"/>
                    <a:pt x="1167257" y="635"/>
                    <a:pt x="1185037" y="0"/>
                  </a:cubicBezTo>
                  <a:lnTo>
                    <a:pt x="1186942" y="50800"/>
                  </a:lnTo>
                  <a:cubicBezTo>
                    <a:pt x="1170813" y="51435"/>
                    <a:pt x="1154811" y="52832"/>
                    <a:pt x="1138809" y="54864"/>
                  </a:cubicBezTo>
                  <a:close/>
                  <a:moveTo>
                    <a:pt x="1238250" y="508"/>
                  </a:moveTo>
                  <a:cubicBezTo>
                    <a:pt x="1256030" y="1524"/>
                    <a:pt x="1273556" y="3429"/>
                    <a:pt x="1291082" y="6096"/>
                  </a:cubicBezTo>
                  <a:lnTo>
                    <a:pt x="1283462" y="56261"/>
                  </a:lnTo>
                  <a:cubicBezTo>
                    <a:pt x="1267587" y="53848"/>
                    <a:pt x="1251458" y="52197"/>
                    <a:pt x="1235456" y="51181"/>
                  </a:cubicBezTo>
                  <a:close/>
                  <a:moveTo>
                    <a:pt x="1340358" y="67183"/>
                  </a:moveTo>
                  <a:cubicBezTo>
                    <a:pt x="1357376" y="71374"/>
                    <a:pt x="1374394" y="76454"/>
                    <a:pt x="1391158" y="82169"/>
                  </a:cubicBezTo>
                  <a:lnTo>
                    <a:pt x="1374648" y="130175"/>
                  </a:lnTo>
                  <a:cubicBezTo>
                    <a:pt x="1359281" y="124841"/>
                    <a:pt x="1343660" y="120269"/>
                    <a:pt x="1328166" y="116459"/>
                  </a:cubicBezTo>
                  <a:close/>
                  <a:moveTo>
                    <a:pt x="1428242" y="150749"/>
                  </a:moveTo>
                  <a:cubicBezTo>
                    <a:pt x="1444244" y="157734"/>
                    <a:pt x="1459992" y="165481"/>
                    <a:pt x="1475740" y="173863"/>
                  </a:cubicBezTo>
                  <a:lnTo>
                    <a:pt x="1466723" y="118745"/>
                  </a:lnTo>
                  <a:cubicBezTo>
                    <a:pt x="1452118" y="110998"/>
                    <a:pt x="1437513" y="103886"/>
                    <a:pt x="1422781" y="97282"/>
                  </a:cubicBezTo>
                  <a:close/>
                  <a:moveTo>
                    <a:pt x="1515618" y="146812"/>
                  </a:moveTo>
                  <a:cubicBezTo>
                    <a:pt x="1530223" y="155956"/>
                    <a:pt x="1544701" y="165735"/>
                    <a:pt x="1558925" y="176149"/>
                  </a:cubicBezTo>
                  <a:lnTo>
                    <a:pt x="1529207" y="217297"/>
                  </a:lnTo>
                  <a:cubicBezTo>
                    <a:pt x="1515745" y="207518"/>
                    <a:pt x="1502156" y="198374"/>
                    <a:pt x="1488567" y="189865"/>
                  </a:cubicBezTo>
                  <a:close/>
                  <a:moveTo>
                    <a:pt x="1573276" y="250952"/>
                  </a:moveTo>
                  <a:cubicBezTo>
                    <a:pt x="1586611" y="261874"/>
                    <a:pt x="1599819" y="273177"/>
                    <a:pt x="1612773" y="284988"/>
                  </a:cubicBezTo>
                  <a:lnTo>
                    <a:pt x="1578610" y="322580"/>
                  </a:lnTo>
                  <a:cubicBezTo>
                    <a:pt x="1566291" y="311277"/>
                    <a:pt x="1553718" y="300482"/>
                    <a:pt x="1541145" y="290322"/>
                  </a:cubicBezTo>
                  <a:close/>
                  <a:moveTo>
                    <a:pt x="1618361" y="360553"/>
                  </a:moveTo>
                  <a:cubicBezTo>
                    <a:pt x="1630426" y="372618"/>
                    <a:pt x="1642237" y="385191"/>
                    <a:pt x="1654048" y="398018"/>
                  </a:cubicBezTo>
                  <a:lnTo>
                    <a:pt x="1616456" y="432181"/>
                  </a:lnTo>
                  <a:cubicBezTo>
                    <a:pt x="1605153" y="419862"/>
                    <a:pt x="1593850" y="407924"/>
                    <a:pt x="1582293" y="396367"/>
                  </a:cubicBezTo>
                  <a:close/>
                  <a:moveTo>
                    <a:pt x="1652016" y="472821"/>
                  </a:moveTo>
                  <a:cubicBezTo>
                    <a:pt x="1662938" y="485902"/>
                    <a:pt x="1673860" y="499364"/>
                    <a:pt x="1684528" y="513207"/>
                  </a:cubicBezTo>
                  <a:lnTo>
                    <a:pt x="1644396" y="544322"/>
                  </a:lnTo>
                  <a:cubicBezTo>
                    <a:pt x="1634109" y="530987"/>
                    <a:pt x="1623568" y="518033"/>
                    <a:pt x="1613027" y="505460"/>
                  </a:cubicBezTo>
                  <a:close/>
                  <a:moveTo>
                    <a:pt x="1676527" y="587248"/>
                  </a:moveTo>
                  <a:cubicBezTo>
                    <a:pt x="1686560" y="601091"/>
                    <a:pt x="1696339" y="615188"/>
                    <a:pt x="1706118" y="629666"/>
                  </a:cubicBezTo>
                  <a:lnTo>
                    <a:pt x="1663954" y="657987"/>
                  </a:lnTo>
                  <a:cubicBezTo>
                    <a:pt x="1654556" y="644017"/>
                    <a:pt x="1645031" y="630301"/>
                    <a:pt x="1635379" y="616839"/>
                  </a:cubicBezTo>
                  <a:close/>
                  <a:moveTo>
                    <a:pt x="1693037" y="702564"/>
                  </a:moveTo>
                  <a:cubicBezTo>
                    <a:pt x="1702054" y="716915"/>
                    <a:pt x="1711071" y="731647"/>
                    <a:pt x="1719834" y="746506"/>
                  </a:cubicBezTo>
                  <a:lnTo>
                    <a:pt x="1676146" y="772414"/>
                  </a:lnTo>
                  <a:cubicBezTo>
                    <a:pt x="1667510" y="757936"/>
                    <a:pt x="1658874" y="743585"/>
                    <a:pt x="1650111" y="729615"/>
                  </a:cubicBezTo>
                  <a:close/>
                  <a:moveTo>
                    <a:pt x="1702562" y="818261"/>
                  </a:moveTo>
                  <a:cubicBezTo>
                    <a:pt x="1710817" y="833120"/>
                    <a:pt x="1718945" y="848233"/>
                    <a:pt x="1726946" y="863473"/>
                  </a:cubicBezTo>
                  <a:lnTo>
                    <a:pt x="1681988" y="887095"/>
                  </a:lnTo>
                  <a:cubicBezTo>
                    <a:pt x="1674114" y="872109"/>
                    <a:pt x="1666240" y="857377"/>
                    <a:pt x="1658112" y="842899"/>
                  </a:cubicBezTo>
                  <a:close/>
                  <a:moveTo>
                    <a:pt x="1705864" y="933958"/>
                  </a:moveTo>
                  <a:cubicBezTo>
                    <a:pt x="1713357" y="949198"/>
                    <a:pt x="1720850" y="964565"/>
                    <a:pt x="1728089" y="980313"/>
                  </a:cubicBezTo>
                  <a:lnTo>
                    <a:pt x="1682115" y="1001776"/>
                  </a:lnTo>
                  <a:cubicBezTo>
                    <a:pt x="1675003" y="986409"/>
                    <a:pt x="1667764" y="971423"/>
                    <a:pt x="1660398" y="956437"/>
                  </a:cubicBezTo>
                  <a:close/>
                  <a:moveTo>
                    <a:pt x="1703832" y="1049528"/>
                  </a:moveTo>
                  <a:cubicBezTo>
                    <a:pt x="1710690" y="1065022"/>
                    <a:pt x="1717421" y="1080770"/>
                    <a:pt x="1724025" y="1096645"/>
                  </a:cubicBezTo>
                  <a:lnTo>
                    <a:pt x="1677162" y="1116203"/>
                  </a:lnTo>
                  <a:cubicBezTo>
                    <a:pt x="1670685" y="1100582"/>
                    <a:pt x="1664081" y="1085215"/>
                    <a:pt x="1657350" y="1069975"/>
                  </a:cubicBezTo>
                  <a:close/>
                  <a:moveTo>
                    <a:pt x="1696974" y="1164590"/>
                  </a:moveTo>
                  <a:cubicBezTo>
                    <a:pt x="1703197" y="1180338"/>
                    <a:pt x="1709293" y="1196340"/>
                    <a:pt x="1715389" y="1212469"/>
                  </a:cubicBezTo>
                  <a:lnTo>
                    <a:pt x="1667764" y="1230249"/>
                  </a:lnTo>
                  <a:cubicBezTo>
                    <a:pt x="1661795" y="1214374"/>
                    <a:pt x="1655826" y="1198753"/>
                    <a:pt x="1649730" y="1183259"/>
                  </a:cubicBezTo>
                  <a:close/>
                  <a:moveTo>
                    <a:pt x="1685671" y="1279271"/>
                  </a:moveTo>
                  <a:cubicBezTo>
                    <a:pt x="1691386" y="1295273"/>
                    <a:pt x="1696847" y="1311402"/>
                    <a:pt x="1702435" y="1327658"/>
                  </a:cubicBezTo>
                  <a:lnTo>
                    <a:pt x="1654302" y="1343787"/>
                  </a:lnTo>
                  <a:cubicBezTo>
                    <a:pt x="1648968" y="1327785"/>
                    <a:pt x="1643507" y="1311910"/>
                    <a:pt x="1637919" y="1296162"/>
                  </a:cubicBezTo>
                  <a:close/>
                  <a:moveTo>
                    <a:pt x="1670431" y="1392809"/>
                  </a:moveTo>
                  <a:cubicBezTo>
                    <a:pt x="1675511" y="1408811"/>
                    <a:pt x="1680464" y="1424940"/>
                    <a:pt x="1685417" y="1441196"/>
                  </a:cubicBezTo>
                  <a:lnTo>
                    <a:pt x="1636776" y="1455801"/>
                  </a:lnTo>
                  <a:cubicBezTo>
                    <a:pt x="1631950" y="1439799"/>
                    <a:pt x="1627124" y="1423924"/>
                    <a:pt x="1622044" y="1408176"/>
                  </a:cubicBezTo>
                  <a:close/>
                  <a:moveTo>
                    <a:pt x="1651381" y="1505712"/>
                  </a:moveTo>
                  <a:cubicBezTo>
                    <a:pt x="1656080" y="1522222"/>
                    <a:pt x="1660652" y="1538859"/>
                    <a:pt x="1665097" y="1555623"/>
                  </a:cubicBezTo>
                  <a:lnTo>
                    <a:pt x="1616075" y="1568704"/>
                  </a:lnTo>
                  <a:cubicBezTo>
                    <a:pt x="1611630" y="1552194"/>
                    <a:pt x="1607185" y="1535811"/>
                    <a:pt x="1602486" y="1519428"/>
                  </a:cubicBezTo>
                  <a:close/>
                  <a:moveTo>
                    <a:pt x="1629029" y="1618742"/>
                  </a:moveTo>
                  <a:cubicBezTo>
                    <a:pt x="1633093" y="1634998"/>
                    <a:pt x="1637157" y="1651508"/>
                    <a:pt x="1641094" y="1668018"/>
                  </a:cubicBezTo>
                  <a:lnTo>
                    <a:pt x="1591691" y="1679702"/>
                  </a:lnTo>
                  <a:cubicBezTo>
                    <a:pt x="1587881" y="1663446"/>
                    <a:pt x="1583817" y="1647190"/>
                    <a:pt x="1579753" y="1631188"/>
                  </a:cubicBezTo>
                  <a:close/>
                  <a:moveTo>
                    <a:pt x="1603248" y="1730375"/>
                  </a:moveTo>
                  <a:cubicBezTo>
                    <a:pt x="1606931" y="1747139"/>
                    <a:pt x="1610614" y="1764030"/>
                    <a:pt x="1614170" y="1780921"/>
                  </a:cubicBezTo>
                  <a:lnTo>
                    <a:pt x="1564386" y="1791335"/>
                  </a:lnTo>
                  <a:cubicBezTo>
                    <a:pt x="1560830" y="1774571"/>
                    <a:pt x="1557274" y="1757934"/>
                    <a:pt x="1553591" y="1741424"/>
                  </a:cubicBezTo>
                  <a:close/>
                  <a:moveTo>
                    <a:pt x="1574546" y="1842008"/>
                  </a:moveTo>
                  <a:cubicBezTo>
                    <a:pt x="1577721" y="1858518"/>
                    <a:pt x="1580896" y="1875155"/>
                    <a:pt x="1583944" y="1891792"/>
                  </a:cubicBezTo>
                  <a:lnTo>
                    <a:pt x="1533906" y="1900936"/>
                  </a:lnTo>
                  <a:cubicBezTo>
                    <a:pt x="1530858" y="1884426"/>
                    <a:pt x="1527810" y="1868043"/>
                    <a:pt x="1524635" y="1851787"/>
                  </a:cubicBezTo>
                  <a:close/>
                  <a:moveTo>
                    <a:pt x="1542923" y="1951990"/>
                  </a:moveTo>
                  <a:cubicBezTo>
                    <a:pt x="1545717" y="1968881"/>
                    <a:pt x="1548511" y="1985899"/>
                    <a:pt x="1551178" y="2002917"/>
                  </a:cubicBezTo>
                  <a:lnTo>
                    <a:pt x="1501013" y="2010791"/>
                  </a:lnTo>
                  <a:cubicBezTo>
                    <a:pt x="1498346" y="1993900"/>
                    <a:pt x="1495679" y="1977136"/>
                    <a:pt x="1492885" y="1960499"/>
                  </a:cubicBezTo>
                  <a:close/>
                  <a:moveTo>
                    <a:pt x="1508760" y="2061972"/>
                  </a:moveTo>
                  <a:cubicBezTo>
                    <a:pt x="1511173" y="2078609"/>
                    <a:pt x="1513459" y="2095373"/>
                    <a:pt x="1515745" y="2112137"/>
                  </a:cubicBezTo>
                  <a:lnTo>
                    <a:pt x="1465326" y="2118741"/>
                  </a:lnTo>
                  <a:cubicBezTo>
                    <a:pt x="1463167" y="2102104"/>
                    <a:pt x="1460881" y="2085594"/>
                    <a:pt x="1458468" y="2069211"/>
                  </a:cubicBezTo>
                  <a:close/>
                  <a:moveTo>
                    <a:pt x="1471803" y="2170049"/>
                  </a:moveTo>
                  <a:cubicBezTo>
                    <a:pt x="1473835" y="2187067"/>
                    <a:pt x="1475740" y="2204085"/>
                    <a:pt x="1477645" y="2221103"/>
                  </a:cubicBezTo>
                  <a:lnTo>
                    <a:pt x="1427099" y="2226564"/>
                  </a:lnTo>
                  <a:cubicBezTo>
                    <a:pt x="1425321" y="2209673"/>
                    <a:pt x="1423289" y="2192782"/>
                    <a:pt x="1421384" y="2176018"/>
                  </a:cubicBezTo>
                  <a:close/>
                  <a:moveTo>
                    <a:pt x="1432433" y="2278380"/>
                  </a:moveTo>
                  <a:cubicBezTo>
                    <a:pt x="1434084" y="2295144"/>
                    <a:pt x="1435608" y="2311908"/>
                    <a:pt x="1437005" y="2328799"/>
                  </a:cubicBezTo>
                  <a:lnTo>
                    <a:pt x="1386332" y="2333117"/>
                  </a:lnTo>
                  <a:cubicBezTo>
                    <a:pt x="1384935" y="2316480"/>
                    <a:pt x="1383411" y="2299843"/>
                    <a:pt x="1381760" y="2283333"/>
                  </a:cubicBezTo>
                  <a:close/>
                  <a:moveTo>
                    <a:pt x="1390396" y="2384425"/>
                  </a:moveTo>
                  <a:cubicBezTo>
                    <a:pt x="1391666" y="2401443"/>
                    <a:pt x="1392809" y="2418461"/>
                    <a:pt x="1393952" y="2435606"/>
                  </a:cubicBezTo>
                  <a:lnTo>
                    <a:pt x="1343279" y="2438781"/>
                  </a:lnTo>
                  <a:cubicBezTo>
                    <a:pt x="1342263" y="2421890"/>
                    <a:pt x="1341120" y="2404999"/>
                    <a:pt x="1339850" y="2388235"/>
                  </a:cubicBezTo>
                  <a:close/>
                  <a:moveTo>
                    <a:pt x="1346327" y="2490851"/>
                  </a:moveTo>
                  <a:cubicBezTo>
                    <a:pt x="1347216" y="2507742"/>
                    <a:pt x="1347978" y="2524633"/>
                    <a:pt x="1348613" y="2541651"/>
                  </a:cubicBezTo>
                  <a:lnTo>
                    <a:pt x="1297813" y="2543683"/>
                  </a:lnTo>
                  <a:cubicBezTo>
                    <a:pt x="1297178" y="2526919"/>
                    <a:pt x="1296416" y="2510155"/>
                    <a:pt x="1295527" y="2493518"/>
                  </a:cubicBezTo>
                  <a:close/>
                  <a:moveTo>
                    <a:pt x="1299718" y="2594991"/>
                  </a:moveTo>
                  <a:cubicBezTo>
                    <a:pt x="1300226" y="2612009"/>
                    <a:pt x="1300607" y="2629027"/>
                    <a:pt x="1300988" y="2646045"/>
                  </a:cubicBezTo>
                  <a:lnTo>
                    <a:pt x="1250188" y="2647061"/>
                  </a:lnTo>
                  <a:cubicBezTo>
                    <a:pt x="1249807" y="2630170"/>
                    <a:pt x="1249426" y="2613279"/>
                    <a:pt x="1248918" y="2596515"/>
                  </a:cubicBezTo>
                  <a:close/>
                  <a:moveTo>
                    <a:pt x="1250950" y="2698877"/>
                  </a:moveTo>
                  <a:cubicBezTo>
                    <a:pt x="1251077" y="2712466"/>
                    <a:pt x="1251077" y="2726182"/>
                    <a:pt x="1251077" y="2739898"/>
                  </a:cubicBezTo>
                  <a:lnTo>
                    <a:pt x="1225677" y="2739898"/>
                  </a:lnTo>
                  <a:lnTo>
                    <a:pt x="1251077" y="2739898"/>
                  </a:lnTo>
                  <a:cubicBezTo>
                    <a:pt x="1251077" y="2743454"/>
                    <a:pt x="1251077" y="2746883"/>
                    <a:pt x="1251077" y="2750439"/>
                  </a:cubicBezTo>
                  <a:lnTo>
                    <a:pt x="1200277" y="2750312"/>
                  </a:lnTo>
                  <a:cubicBezTo>
                    <a:pt x="1200277" y="2746883"/>
                    <a:pt x="1200277" y="2743327"/>
                    <a:pt x="1200277" y="2739898"/>
                  </a:cubicBezTo>
                  <a:cubicBezTo>
                    <a:pt x="1200277" y="2726309"/>
                    <a:pt x="1200277" y="2712847"/>
                    <a:pt x="1200150" y="2699258"/>
                  </a:cubicBezTo>
                  <a:close/>
                  <a:moveTo>
                    <a:pt x="1199896" y="2802382"/>
                  </a:moveTo>
                  <a:cubicBezTo>
                    <a:pt x="1199642" y="2819527"/>
                    <a:pt x="1199388" y="2836545"/>
                    <a:pt x="1199007" y="2853563"/>
                  </a:cubicBezTo>
                  <a:lnTo>
                    <a:pt x="1148207" y="2852420"/>
                  </a:lnTo>
                  <a:cubicBezTo>
                    <a:pt x="1148588" y="2835529"/>
                    <a:pt x="1148969" y="2818638"/>
                    <a:pt x="1149096" y="2801747"/>
                  </a:cubicBezTo>
                  <a:close/>
                  <a:moveTo>
                    <a:pt x="1146683" y="2903855"/>
                  </a:moveTo>
                  <a:cubicBezTo>
                    <a:pt x="1146048" y="2920746"/>
                    <a:pt x="1145413" y="2937637"/>
                    <a:pt x="1144651" y="2954528"/>
                  </a:cubicBezTo>
                  <a:lnTo>
                    <a:pt x="1093851" y="2952242"/>
                  </a:lnTo>
                  <a:cubicBezTo>
                    <a:pt x="1094613" y="2935605"/>
                    <a:pt x="1095248" y="2918968"/>
                    <a:pt x="1095883" y="2902204"/>
                  </a:cubicBezTo>
                  <a:close/>
                  <a:moveTo>
                    <a:pt x="1091311" y="3004058"/>
                  </a:moveTo>
                  <a:cubicBezTo>
                    <a:pt x="1090295" y="3021203"/>
                    <a:pt x="1089279" y="3038348"/>
                    <a:pt x="1088136" y="3055366"/>
                  </a:cubicBezTo>
                  <a:lnTo>
                    <a:pt x="1037463" y="3051937"/>
                  </a:lnTo>
                  <a:cubicBezTo>
                    <a:pt x="1038606" y="3035046"/>
                    <a:pt x="1039622" y="3018155"/>
                    <a:pt x="1040638" y="3001137"/>
                  </a:cubicBezTo>
                  <a:close/>
                  <a:moveTo>
                    <a:pt x="1033780" y="3103499"/>
                  </a:moveTo>
                  <a:cubicBezTo>
                    <a:pt x="1032510" y="3120390"/>
                    <a:pt x="1030986" y="3137281"/>
                    <a:pt x="1029462" y="3154045"/>
                  </a:cubicBezTo>
                  <a:lnTo>
                    <a:pt x="978916" y="3149473"/>
                  </a:lnTo>
                  <a:cubicBezTo>
                    <a:pt x="980440" y="3132836"/>
                    <a:pt x="981837" y="3116199"/>
                    <a:pt x="983107" y="3099435"/>
                  </a:cubicBezTo>
                  <a:close/>
                  <a:moveTo>
                    <a:pt x="973963" y="3200654"/>
                  </a:moveTo>
                  <a:cubicBezTo>
                    <a:pt x="972185" y="3217799"/>
                    <a:pt x="970407" y="3234944"/>
                    <a:pt x="968502" y="3251962"/>
                  </a:cubicBezTo>
                  <a:lnTo>
                    <a:pt x="918083" y="3246247"/>
                  </a:lnTo>
                  <a:cubicBezTo>
                    <a:pt x="919988" y="3229356"/>
                    <a:pt x="921766" y="3212465"/>
                    <a:pt x="923544" y="3195447"/>
                  </a:cubicBezTo>
                  <a:close/>
                  <a:moveTo>
                    <a:pt x="911987" y="3297682"/>
                  </a:moveTo>
                  <a:cubicBezTo>
                    <a:pt x="909828" y="3314573"/>
                    <a:pt x="907669" y="3331337"/>
                    <a:pt x="905383" y="3348101"/>
                  </a:cubicBezTo>
                  <a:lnTo>
                    <a:pt x="855091" y="3341243"/>
                  </a:lnTo>
                  <a:cubicBezTo>
                    <a:pt x="857377" y="3324733"/>
                    <a:pt x="859536" y="3308096"/>
                    <a:pt x="861568" y="3291332"/>
                  </a:cubicBezTo>
                  <a:close/>
                  <a:moveTo>
                    <a:pt x="847852" y="3391789"/>
                  </a:moveTo>
                  <a:cubicBezTo>
                    <a:pt x="845312" y="3408934"/>
                    <a:pt x="842645" y="3425952"/>
                    <a:pt x="839978" y="3442843"/>
                  </a:cubicBezTo>
                  <a:lnTo>
                    <a:pt x="789813" y="3434715"/>
                  </a:lnTo>
                  <a:cubicBezTo>
                    <a:pt x="792480" y="3417951"/>
                    <a:pt x="795147" y="3401187"/>
                    <a:pt x="797687" y="3384296"/>
                  </a:cubicBezTo>
                  <a:close/>
                  <a:moveTo>
                    <a:pt x="781177" y="3486150"/>
                  </a:moveTo>
                  <a:cubicBezTo>
                    <a:pt x="778256" y="3502914"/>
                    <a:pt x="775208" y="3519678"/>
                    <a:pt x="772160" y="3536315"/>
                  </a:cubicBezTo>
                  <a:lnTo>
                    <a:pt x="722249" y="3526917"/>
                  </a:lnTo>
                  <a:cubicBezTo>
                    <a:pt x="725297" y="3510534"/>
                    <a:pt x="728345" y="3494024"/>
                    <a:pt x="731266" y="3477387"/>
                  </a:cubicBezTo>
                  <a:close/>
                  <a:moveTo>
                    <a:pt x="712597" y="3577082"/>
                  </a:moveTo>
                  <a:cubicBezTo>
                    <a:pt x="709168" y="3593973"/>
                    <a:pt x="705739" y="3610864"/>
                    <a:pt x="702056" y="3627628"/>
                  </a:cubicBezTo>
                  <a:lnTo>
                    <a:pt x="652399" y="3616960"/>
                  </a:lnTo>
                  <a:cubicBezTo>
                    <a:pt x="655955" y="3600450"/>
                    <a:pt x="659384" y="3583813"/>
                    <a:pt x="662813" y="3567176"/>
                  </a:cubicBezTo>
                  <a:close/>
                  <a:moveTo>
                    <a:pt x="641223" y="3668014"/>
                  </a:moveTo>
                  <a:cubicBezTo>
                    <a:pt x="637413" y="3684651"/>
                    <a:pt x="633476" y="3701161"/>
                    <a:pt x="629539" y="3717671"/>
                  </a:cubicBezTo>
                  <a:lnTo>
                    <a:pt x="580136" y="3705606"/>
                  </a:lnTo>
                  <a:cubicBezTo>
                    <a:pt x="584073" y="3689350"/>
                    <a:pt x="587883" y="3673094"/>
                    <a:pt x="591693" y="3656584"/>
                  </a:cubicBezTo>
                  <a:close/>
                  <a:moveTo>
                    <a:pt x="567690" y="3755136"/>
                  </a:moveTo>
                  <a:cubicBezTo>
                    <a:pt x="563372" y="3771900"/>
                    <a:pt x="558927" y="3788537"/>
                    <a:pt x="554355" y="3805047"/>
                  </a:cubicBezTo>
                  <a:lnTo>
                    <a:pt x="505333" y="3791585"/>
                  </a:lnTo>
                  <a:cubicBezTo>
                    <a:pt x="509778" y="3775329"/>
                    <a:pt x="514223" y="3758946"/>
                    <a:pt x="518414" y="3742436"/>
                  </a:cubicBezTo>
                  <a:close/>
                  <a:moveTo>
                    <a:pt x="491109" y="3842004"/>
                  </a:moveTo>
                  <a:cubicBezTo>
                    <a:pt x="486283" y="3858387"/>
                    <a:pt x="481457" y="3874643"/>
                    <a:pt x="476504" y="3890899"/>
                  </a:cubicBezTo>
                  <a:lnTo>
                    <a:pt x="427990" y="3875913"/>
                  </a:lnTo>
                  <a:cubicBezTo>
                    <a:pt x="432816" y="3860038"/>
                    <a:pt x="437642" y="3844036"/>
                    <a:pt x="442341" y="3827780"/>
                  </a:cubicBezTo>
                  <a:close/>
                  <a:moveTo>
                    <a:pt x="412623" y="3924681"/>
                  </a:moveTo>
                  <a:cubicBezTo>
                    <a:pt x="407289" y="3941064"/>
                    <a:pt x="401955" y="3957193"/>
                    <a:pt x="396367" y="3973195"/>
                  </a:cubicBezTo>
                  <a:lnTo>
                    <a:pt x="348361" y="3956685"/>
                  </a:lnTo>
                  <a:cubicBezTo>
                    <a:pt x="353822" y="3940937"/>
                    <a:pt x="359029" y="3925062"/>
                    <a:pt x="364363" y="3908933"/>
                  </a:cubicBezTo>
                  <a:close/>
                  <a:moveTo>
                    <a:pt x="331089" y="4005834"/>
                  </a:moveTo>
                  <a:cubicBezTo>
                    <a:pt x="325247" y="4021963"/>
                    <a:pt x="319278" y="4037965"/>
                    <a:pt x="313182" y="4053840"/>
                  </a:cubicBezTo>
                  <a:lnTo>
                    <a:pt x="265684" y="4035679"/>
                  </a:lnTo>
                  <a:cubicBezTo>
                    <a:pt x="271653" y="4020185"/>
                    <a:pt x="277495" y="4004437"/>
                    <a:pt x="283210" y="3988562"/>
                  </a:cubicBezTo>
                  <a:close/>
                  <a:moveTo>
                    <a:pt x="246507" y="4084320"/>
                  </a:moveTo>
                  <a:cubicBezTo>
                    <a:pt x="240030" y="4100322"/>
                    <a:pt x="233426" y="4116070"/>
                    <a:pt x="226822" y="4131691"/>
                  </a:cubicBezTo>
                  <a:lnTo>
                    <a:pt x="180086" y="4111752"/>
                  </a:lnTo>
                  <a:cubicBezTo>
                    <a:pt x="186563" y="4096512"/>
                    <a:pt x="193040" y="4081018"/>
                    <a:pt x="199390" y="4065270"/>
                  </a:cubicBezTo>
                  <a:close/>
                  <a:moveTo>
                    <a:pt x="159004" y="4159631"/>
                  </a:moveTo>
                  <a:cubicBezTo>
                    <a:pt x="151892" y="4175379"/>
                    <a:pt x="144653" y="4190873"/>
                    <a:pt x="137414" y="4206240"/>
                  </a:cubicBezTo>
                  <a:lnTo>
                    <a:pt x="91567" y="4184269"/>
                  </a:lnTo>
                  <a:cubicBezTo>
                    <a:pt x="98679" y="4169283"/>
                    <a:pt x="105791" y="4154043"/>
                    <a:pt x="112776" y="4138676"/>
                  </a:cubicBezTo>
                  <a:close/>
                  <a:moveTo>
                    <a:pt x="68453" y="4231386"/>
                  </a:moveTo>
                  <a:cubicBezTo>
                    <a:pt x="60579" y="4246753"/>
                    <a:pt x="52705" y="4261993"/>
                    <a:pt x="44704" y="4276979"/>
                  </a:cubicBezTo>
                  <a:lnTo>
                    <a:pt x="0" y="4252976"/>
                  </a:lnTo>
                  <a:cubicBezTo>
                    <a:pt x="7874" y="4238371"/>
                    <a:pt x="15621" y="4223512"/>
                    <a:pt x="23241" y="4208526"/>
                  </a:cubicBezTo>
                  <a:close/>
                  <a:moveTo>
                    <a:pt x="1931162" y="4025519"/>
                  </a:moveTo>
                  <a:cubicBezTo>
                    <a:pt x="1922526" y="4040632"/>
                    <a:pt x="1913890" y="4055364"/>
                    <a:pt x="1905000" y="4069969"/>
                  </a:cubicBezTo>
                  <a:lnTo>
                    <a:pt x="1861566" y="4043680"/>
                  </a:lnTo>
                  <a:cubicBezTo>
                    <a:pt x="1870075" y="4029583"/>
                    <a:pt x="1878584" y="4015105"/>
                    <a:pt x="1886966" y="4000500"/>
                  </a:cubicBezTo>
                  <a:close/>
                  <a:moveTo>
                    <a:pt x="1833499" y="4088511"/>
                  </a:moveTo>
                  <a:cubicBezTo>
                    <a:pt x="1824101" y="4103116"/>
                    <a:pt x="1814449" y="4117340"/>
                    <a:pt x="1804797" y="4131437"/>
                  </a:cubicBezTo>
                  <a:lnTo>
                    <a:pt x="1763014" y="4102481"/>
                  </a:lnTo>
                  <a:cubicBezTo>
                    <a:pt x="1772412" y="4088892"/>
                    <a:pt x="1781683" y="4075049"/>
                    <a:pt x="1790827" y="4060952"/>
                  </a:cubicBezTo>
                  <a:close/>
                  <a:moveTo>
                    <a:pt x="1731899" y="4146042"/>
                  </a:moveTo>
                  <a:cubicBezTo>
                    <a:pt x="1721485" y="4160012"/>
                    <a:pt x="1711071" y="4173601"/>
                    <a:pt x="1700403" y="4186809"/>
                  </a:cubicBezTo>
                  <a:lnTo>
                    <a:pt x="1660779" y="4155059"/>
                  </a:lnTo>
                  <a:cubicBezTo>
                    <a:pt x="1670939" y="4142232"/>
                    <a:pt x="1681099" y="4129151"/>
                    <a:pt x="1691132" y="4115689"/>
                  </a:cubicBezTo>
                  <a:close/>
                  <a:moveTo>
                    <a:pt x="1626489" y="4196334"/>
                  </a:moveTo>
                  <a:cubicBezTo>
                    <a:pt x="1615059" y="4209542"/>
                    <a:pt x="1603375" y="4222496"/>
                    <a:pt x="1591691" y="4234942"/>
                  </a:cubicBezTo>
                  <a:lnTo>
                    <a:pt x="1554734" y="4200017"/>
                  </a:lnTo>
                  <a:cubicBezTo>
                    <a:pt x="1566037" y="4188079"/>
                    <a:pt x="1577086" y="4175760"/>
                    <a:pt x="1588135" y="4163060"/>
                  </a:cubicBezTo>
                  <a:close/>
                  <a:moveTo>
                    <a:pt x="1516761" y="4238498"/>
                  </a:moveTo>
                  <a:cubicBezTo>
                    <a:pt x="1504188" y="4250690"/>
                    <a:pt x="1491361" y="4262374"/>
                    <a:pt x="1478534" y="4273550"/>
                  </a:cubicBezTo>
                  <a:lnTo>
                    <a:pt x="1445133" y="4235196"/>
                  </a:lnTo>
                  <a:cubicBezTo>
                    <a:pt x="1457325" y="4224528"/>
                    <a:pt x="1469517" y="4213479"/>
                    <a:pt x="1481455" y="4201795"/>
                  </a:cubicBezTo>
                  <a:close/>
                  <a:moveTo>
                    <a:pt x="1402842" y="4270121"/>
                  </a:moveTo>
                  <a:cubicBezTo>
                    <a:pt x="1388872" y="4281043"/>
                    <a:pt x="1374775" y="4291330"/>
                    <a:pt x="1360551" y="4301109"/>
                  </a:cubicBezTo>
                  <a:lnTo>
                    <a:pt x="1331849" y="4259199"/>
                  </a:lnTo>
                  <a:cubicBezTo>
                    <a:pt x="1345184" y="4250055"/>
                    <a:pt x="1358519" y="4240403"/>
                    <a:pt x="1371727" y="4230116"/>
                  </a:cubicBezTo>
                  <a:close/>
                  <a:moveTo>
                    <a:pt x="1285113" y="4289171"/>
                  </a:moveTo>
                  <a:cubicBezTo>
                    <a:pt x="1269873" y="4298188"/>
                    <a:pt x="1254506" y="4306570"/>
                    <a:pt x="1238885" y="4314190"/>
                  </a:cubicBezTo>
                  <a:lnTo>
                    <a:pt x="1216279" y="4268724"/>
                  </a:lnTo>
                  <a:cubicBezTo>
                    <a:pt x="1230757" y="4261612"/>
                    <a:pt x="1244981" y="4253865"/>
                    <a:pt x="1259205" y="4245483"/>
                  </a:cubicBezTo>
                  <a:close/>
                  <a:moveTo>
                    <a:pt x="1164844" y="4292092"/>
                  </a:moveTo>
                  <a:cubicBezTo>
                    <a:pt x="1148334" y="4298696"/>
                    <a:pt x="1131697" y="4304538"/>
                    <a:pt x="1114933" y="4309618"/>
                  </a:cubicBezTo>
                  <a:lnTo>
                    <a:pt x="1100074" y="4260977"/>
                  </a:lnTo>
                  <a:cubicBezTo>
                    <a:pt x="1115441" y="4256278"/>
                    <a:pt x="1130681" y="4250944"/>
                    <a:pt x="1145921" y="4244848"/>
                  </a:cubicBezTo>
                  <a:close/>
                  <a:moveTo>
                    <a:pt x="1044702" y="4275582"/>
                  </a:moveTo>
                  <a:cubicBezTo>
                    <a:pt x="1027303" y="4279265"/>
                    <a:pt x="1009904" y="4282059"/>
                    <a:pt x="992251" y="4284091"/>
                  </a:cubicBezTo>
                  <a:lnTo>
                    <a:pt x="986536" y="4233672"/>
                  </a:lnTo>
                  <a:cubicBezTo>
                    <a:pt x="1002538" y="4231894"/>
                    <a:pt x="1018540" y="4229227"/>
                    <a:pt x="1034288" y="4225925"/>
                  </a:cubicBezTo>
                  <a:close/>
                  <a:moveTo>
                    <a:pt x="1216533" y="4571619"/>
                  </a:moveTo>
                  <a:cubicBezTo>
                    <a:pt x="1213104" y="4571619"/>
                    <a:pt x="1209675" y="4571746"/>
                    <a:pt x="1206246" y="4571746"/>
                  </a:cubicBezTo>
                  <a:lnTo>
                    <a:pt x="1206246" y="4546346"/>
                  </a:lnTo>
                  <a:lnTo>
                    <a:pt x="1206246" y="4571746"/>
                  </a:lnTo>
                  <a:cubicBezTo>
                    <a:pt x="1191895" y="4571746"/>
                    <a:pt x="1177544" y="4571238"/>
                    <a:pt x="1163320" y="4570095"/>
                  </a:cubicBezTo>
                  <a:lnTo>
                    <a:pt x="1167257" y="4519422"/>
                  </a:lnTo>
                  <a:cubicBezTo>
                    <a:pt x="1180211" y="4520438"/>
                    <a:pt x="1193165" y="4520946"/>
                    <a:pt x="1206246" y="4520946"/>
                  </a:cubicBezTo>
                  <a:cubicBezTo>
                    <a:pt x="1209421" y="4520946"/>
                    <a:pt x="1212469" y="4520946"/>
                    <a:pt x="1215644" y="4520819"/>
                  </a:cubicBezTo>
                  <a:close/>
                  <a:moveTo>
                    <a:pt x="1109726" y="4512691"/>
                  </a:moveTo>
                  <a:cubicBezTo>
                    <a:pt x="1092327" y="4509643"/>
                    <a:pt x="1075055" y="4505833"/>
                    <a:pt x="1057910" y="4501261"/>
                  </a:cubicBezTo>
                  <a:lnTo>
                    <a:pt x="1070991" y="4452239"/>
                  </a:lnTo>
                  <a:cubicBezTo>
                    <a:pt x="1086612" y="4456430"/>
                    <a:pt x="1102360" y="4459859"/>
                    <a:pt x="1118235" y="4462653"/>
                  </a:cubicBezTo>
                  <a:close/>
                  <a:moveTo>
                    <a:pt x="1016000" y="4435348"/>
                  </a:moveTo>
                  <a:cubicBezTo>
                    <a:pt x="999617" y="4429379"/>
                    <a:pt x="983234" y="4422648"/>
                    <a:pt x="967105" y="4415282"/>
                  </a:cubicBezTo>
                  <a:lnTo>
                    <a:pt x="980567" y="4470019"/>
                  </a:lnTo>
                  <a:cubicBezTo>
                    <a:pt x="995426" y="4476877"/>
                    <a:pt x="1010539" y="4482973"/>
                    <a:pt x="1025652" y="4488561"/>
                  </a:cubicBezTo>
                  <a:close/>
                  <a:moveTo>
                    <a:pt x="929767" y="4444746"/>
                  </a:moveTo>
                  <a:cubicBezTo>
                    <a:pt x="914527" y="4436364"/>
                    <a:pt x="899541" y="4427347"/>
                    <a:pt x="884682" y="4417695"/>
                  </a:cubicBezTo>
                  <a:lnTo>
                    <a:pt x="912368" y="4375023"/>
                  </a:lnTo>
                  <a:cubicBezTo>
                    <a:pt x="926338" y="4384040"/>
                    <a:pt x="940308" y="4392549"/>
                    <a:pt x="954532" y="4400296"/>
                  </a:cubicBezTo>
                  <a:close/>
                  <a:moveTo>
                    <a:pt x="866394" y="4343400"/>
                  </a:moveTo>
                  <a:cubicBezTo>
                    <a:pt x="852551" y="4333113"/>
                    <a:pt x="838962" y="4322445"/>
                    <a:pt x="825500" y="4311142"/>
                  </a:cubicBezTo>
                  <a:lnTo>
                    <a:pt x="858012" y="4272153"/>
                  </a:lnTo>
                  <a:cubicBezTo>
                    <a:pt x="870839" y="4282821"/>
                    <a:pt x="883666" y="4292981"/>
                    <a:pt x="896620" y="4302633"/>
                  </a:cubicBezTo>
                  <a:close/>
                  <a:moveTo>
                    <a:pt x="816610" y="4235958"/>
                  </a:moveTo>
                  <a:cubicBezTo>
                    <a:pt x="804037" y="4224274"/>
                    <a:pt x="791591" y="4212082"/>
                    <a:pt x="779272" y="4199509"/>
                  </a:cubicBezTo>
                  <a:lnTo>
                    <a:pt x="815594" y="4163949"/>
                  </a:lnTo>
                  <a:cubicBezTo>
                    <a:pt x="827278" y="4176014"/>
                    <a:pt x="839216" y="4187571"/>
                    <a:pt x="851154" y="4198620"/>
                  </a:cubicBezTo>
                  <a:close/>
                  <a:moveTo>
                    <a:pt x="778383" y="4124198"/>
                  </a:moveTo>
                  <a:cubicBezTo>
                    <a:pt x="767080" y="4111498"/>
                    <a:pt x="755777" y="4098417"/>
                    <a:pt x="744728" y="4085082"/>
                  </a:cubicBezTo>
                  <a:lnTo>
                    <a:pt x="783971" y="4052697"/>
                  </a:lnTo>
                  <a:cubicBezTo>
                    <a:pt x="794639" y="4065651"/>
                    <a:pt x="805434" y="4078097"/>
                    <a:pt x="816229" y="4090289"/>
                  </a:cubicBezTo>
                  <a:close/>
                  <a:moveTo>
                    <a:pt x="750443" y="4010660"/>
                  </a:moveTo>
                  <a:cubicBezTo>
                    <a:pt x="740029" y="3997071"/>
                    <a:pt x="729742" y="3983101"/>
                    <a:pt x="719582" y="3968877"/>
                  </a:cubicBezTo>
                  <a:lnTo>
                    <a:pt x="760984" y="3939413"/>
                  </a:lnTo>
                  <a:cubicBezTo>
                    <a:pt x="770763" y="3953256"/>
                    <a:pt x="780669" y="3966718"/>
                    <a:pt x="790702" y="3979799"/>
                  </a:cubicBezTo>
                  <a:close/>
                  <a:moveTo>
                    <a:pt x="730631" y="3895471"/>
                  </a:moveTo>
                  <a:cubicBezTo>
                    <a:pt x="721233" y="3881247"/>
                    <a:pt x="711962" y="3866896"/>
                    <a:pt x="702818" y="3852164"/>
                  </a:cubicBezTo>
                  <a:lnTo>
                    <a:pt x="745998" y="3825367"/>
                  </a:lnTo>
                  <a:cubicBezTo>
                    <a:pt x="754888" y="3839718"/>
                    <a:pt x="763905" y="3853688"/>
                    <a:pt x="773049" y="3867404"/>
                  </a:cubicBezTo>
                  <a:close/>
                  <a:moveTo>
                    <a:pt x="718566" y="3779901"/>
                  </a:moveTo>
                  <a:cubicBezTo>
                    <a:pt x="710057" y="3765169"/>
                    <a:pt x="701548" y="3750310"/>
                    <a:pt x="693166" y="3735070"/>
                  </a:cubicBezTo>
                  <a:lnTo>
                    <a:pt x="737743" y="3710559"/>
                  </a:lnTo>
                  <a:cubicBezTo>
                    <a:pt x="745871" y="3725418"/>
                    <a:pt x="754126" y="3739896"/>
                    <a:pt x="762508" y="3754247"/>
                  </a:cubicBezTo>
                  <a:close/>
                  <a:moveTo>
                    <a:pt x="712978" y="3664077"/>
                  </a:moveTo>
                  <a:cubicBezTo>
                    <a:pt x="705231" y="3648964"/>
                    <a:pt x="697484" y="3633724"/>
                    <a:pt x="689864" y="3618230"/>
                  </a:cubicBezTo>
                  <a:lnTo>
                    <a:pt x="735457" y="3595878"/>
                  </a:lnTo>
                  <a:cubicBezTo>
                    <a:pt x="742823" y="3611118"/>
                    <a:pt x="750443" y="3625977"/>
                    <a:pt x="758063" y="3640709"/>
                  </a:cubicBezTo>
                  <a:close/>
                  <a:moveTo>
                    <a:pt x="712978" y="3548380"/>
                  </a:moveTo>
                  <a:cubicBezTo>
                    <a:pt x="705866" y="3533013"/>
                    <a:pt x="698881" y="3517392"/>
                    <a:pt x="691896" y="3501517"/>
                  </a:cubicBezTo>
                  <a:lnTo>
                    <a:pt x="738505" y="3481197"/>
                  </a:lnTo>
                  <a:cubicBezTo>
                    <a:pt x="745236" y="3496691"/>
                    <a:pt x="752094" y="3511931"/>
                    <a:pt x="759079" y="3527044"/>
                  </a:cubicBezTo>
                  <a:close/>
                  <a:moveTo>
                    <a:pt x="717931" y="3433064"/>
                  </a:moveTo>
                  <a:cubicBezTo>
                    <a:pt x="711454" y="3417443"/>
                    <a:pt x="705104" y="3401568"/>
                    <a:pt x="698754" y="3385439"/>
                  </a:cubicBezTo>
                  <a:lnTo>
                    <a:pt x="746125" y="3366897"/>
                  </a:lnTo>
                  <a:cubicBezTo>
                    <a:pt x="752221" y="3382645"/>
                    <a:pt x="758571" y="3398266"/>
                    <a:pt x="764921" y="3413633"/>
                  </a:cubicBezTo>
                  <a:close/>
                  <a:moveTo>
                    <a:pt x="727583" y="3318129"/>
                  </a:moveTo>
                  <a:cubicBezTo>
                    <a:pt x="721741" y="3302254"/>
                    <a:pt x="715899" y="3286125"/>
                    <a:pt x="710184" y="3269869"/>
                  </a:cubicBezTo>
                  <a:lnTo>
                    <a:pt x="758063" y="3253105"/>
                  </a:lnTo>
                  <a:cubicBezTo>
                    <a:pt x="763651" y="3269107"/>
                    <a:pt x="769366" y="3284855"/>
                    <a:pt x="775081" y="3300476"/>
                  </a:cubicBezTo>
                  <a:close/>
                  <a:moveTo>
                    <a:pt x="741172" y="3203829"/>
                  </a:moveTo>
                  <a:cubicBezTo>
                    <a:pt x="735838" y="3187954"/>
                    <a:pt x="730758" y="3171952"/>
                    <a:pt x="725678" y="3155696"/>
                  </a:cubicBezTo>
                  <a:lnTo>
                    <a:pt x="774192" y="3140456"/>
                  </a:lnTo>
                  <a:cubicBezTo>
                    <a:pt x="779145" y="3156331"/>
                    <a:pt x="784352" y="3172206"/>
                    <a:pt x="789432" y="3187827"/>
                  </a:cubicBezTo>
                  <a:close/>
                  <a:moveTo>
                    <a:pt x="759079" y="3091180"/>
                  </a:moveTo>
                  <a:cubicBezTo>
                    <a:pt x="754253" y="3074924"/>
                    <a:pt x="749427" y="3058414"/>
                    <a:pt x="744855" y="3041904"/>
                  </a:cubicBezTo>
                  <a:lnTo>
                    <a:pt x="793750" y="3028188"/>
                  </a:lnTo>
                  <a:cubicBezTo>
                    <a:pt x="798322" y="3044571"/>
                    <a:pt x="803021" y="3060700"/>
                    <a:pt x="807720" y="3076829"/>
                  </a:cubicBezTo>
                  <a:close/>
                  <a:moveTo>
                    <a:pt x="779780" y="2977388"/>
                  </a:moveTo>
                  <a:cubicBezTo>
                    <a:pt x="775462" y="2961132"/>
                    <a:pt x="771271" y="2944749"/>
                    <a:pt x="767207" y="2928366"/>
                  </a:cubicBezTo>
                  <a:lnTo>
                    <a:pt x="816483" y="2916047"/>
                  </a:lnTo>
                  <a:cubicBezTo>
                    <a:pt x="820547" y="2932303"/>
                    <a:pt x="824611" y="2948432"/>
                    <a:pt x="828929" y="2964434"/>
                  </a:cubicBezTo>
                  <a:close/>
                  <a:moveTo>
                    <a:pt x="804418" y="2866009"/>
                  </a:moveTo>
                  <a:cubicBezTo>
                    <a:pt x="800481" y="2849372"/>
                    <a:pt x="796798" y="2832735"/>
                    <a:pt x="792988" y="2815971"/>
                  </a:cubicBezTo>
                  <a:lnTo>
                    <a:pt x="842645" y="2805049"/>
                  </a:lnTo>
                  <a:cubicBezTo>
                    <a:pt x="846328" y="2821559"/>
                    <a:pt x="850011" y="2838069"/>
                    <a:pt x="853821" y="2854452"/>
                  </a:cubicBezTo>
                  <a:close/>
                  <a:moveTo>
                    <a:pt x="831596" y="2753741"/>
                  </a:moveTo>
                  <a:cubicBezTo>
                    <a:pt x="828167" y="2737231"/>
                    <a:pt x="824865" y="2720721"/>
                    <a:pt x="821690" y="2704084"/>
                  </a:cubicBezTo>
                  <a:lnTo>
                    <a:pt x="871601" y="2694432"/>
                  </a:lnTo>
                  <a:cubicBezTo>
                    <a:pt x="874776" y="2710815"/>
                    <a:pt x="878078" y="2727198"/>
                    <a:pt x="881380" y="2743454"/>
                  </a:cubicBezTo>
                  <a:close/>
                  <a:moveTo>
                    <a:pt x="159893" y="3079115"/>
                  </a:moveTo>
                  <a:cubicBezTo>
                    <a:pt x="156845" y="3062351"/>
                    <a:pt x="153924" y="3045587"/>
                    <a:pt x="151130" y="3028569"/>
                  </a:cubicBezTo>
                  <a:lnTo>
                    <a:pt x="201295" y="3020187"/>
                  </a:lnTo>
                  <a:cubicBezTo>
                    <a:pt x="204089" y="3036951"/>
                    <a:pt x="207010" y="3053461"/>
                    <a:pt x="209931" y="3070098"/>
                  </a:cubicBezTo>
                  <a:close/>
                  <a:moveTo>
                    <a:pt x="193040" y="2968625"/>
                  </a:moveTo>
                  <a:cubicBezTo>
                    <a:pt x="190500" y="2951988"/>
                    <a:pt x="187960" y="2935097"/>
                    <a:pt x="185547" y="2918333"/>
                  </a:cubicBezTo>
                  <a:lnTo>
                    <a:pt x="235839" y="2911221"/>
                  </a:lnTo>
                  <a:cubicBezTo>
                    <a:pt x="238252" y="2927858"/>
                    <a:pt x="240665" y="2944495"/>
                    <a:pt x="243205" y="2961005"/>
                  </a:cubicBezTo>
                  <a:close/>
                  <a:moveTo>
                    <a:pt x="228981" y="2860421"/>
                  </a:moveTo>
                  <a:cubicBezTo>
                    <a:pt x="226822" y="2843530"/>
                    <a:pt x="224663" y="2826639"/>
                    <a:pt x="222758" y="2809748"/>
                  </a:cubicBezTo>
                  <a:lnTo>
                    <a:pt x="273177" y="2803779"/>
                  </a:lnTo>
                  <a:cubicBezTo>
                    <a:pt x="275209" y="2820543"/>
                    <a:pt x="277241" y="2837307"/>
                    <a:pt x="279400" y="2853944"/>
                  </a:cubicBezTo>
                  <a:close/>
                  <a:moveTo>
                    <a:pt x="116713" y="2775077"/>
                  </a:moveTo>
                  <a:cubicBezTo>
                    <a:pt x="114935" y="2758186"/>
                    <a:pt x="113284" y="2741168"/>
                    <a:pt x="111633" y="2724023"/>
                  </a:cubicBezTo>
                  <a:lnTo>
                    <a:pt x="162179" y="2719197"/>
                  </a:lnTo>
                  <a:cubicBezTo>
                    <a:pt x="163830" y="2736088"/>
                    <a:pt x="165481" y="2752852"/>
                    <a:pt x="167259" y="2769616"/>
                  </a:cubicBezTo>
                  <a:close/>
                  <a:moveTo>
                    <a:pt x="157734" y="2668143"/>
                  </a:moveTo>
                  <a:cubicBezTo>
                    <a:pt x="156337" y="2651252"/>
                    <a:pt x="155067" y="2634361"/>
                    <a:pt x="153797" y="2617343"/>
                  </a:cubicBezTo>
                  <a:lnTo>
                    <a:pt x="204470" y="2613660"/>
                  </a:lnTo>
                  <a:cubicBezTo>
                    <a:pt x="205613" y="2630424"/>
                    <a:pt x="207010" y="2647188"/>
                    <a:pt x="208407" y="2663952"/>
                  </a:cubicBezTo>
                  <a:close/>
                  <a:moveTo>
                    <a:pt x="201041" y="2561971"/>
                  </a:moveTo>
                  <a:cubicBezTo>
                    <a:pt x="200025" y="2544826"/>
                    <a:pt x="199009" y="2527681"/>
                    <a:pt x="198247" y="2510409"/>
                  </a:cubicBezTo>
                  <a:lnTo>
                    <a:pt x="249047" y="2507869"/>
                  </a:lnTo>
                  <a:cubicBezTo>
                    <a:pt x="249936" y="2524887"/>
                    <a:pt x="250825" y="2541905"/>
                    <a:pt x="251841" y="2558796"/>
                  </a:cubicBezTo>
                  <a:close/>
                  <a:moveTo>
                    <a:pt x="246761" y="2456688"/>
                  </a:moveTo>
                  <a:cubicBezTo>
                    <a:pt x="246126" y="2439797"/>
                    <a:pt x="245491" y="2422906"/>
                    <a:pt x="245110" y="2405888"/>
                  </a:cubicBezTo>
                  <a:lnTo>
                    <a:pt x="295910" y="2404491"/>
                  </a:lnTo>
                  <a:cubicBezTo>
                    <a:pt x="296418" y="2421255"/>
                    <a:pt x="296926" y="2438019"/>
                    <a:pt x="297561" y="2454783"/>
                  </a:cubicBezTo>
                  <a:close/>
                  <a:moveTo>
                    <a:pt x="294767" y="2352802"/>
                  </a:moveTo>
                  <a:cubicBezTo>
                    <a:pt x="294513" y="2335657"/>
                    <a:pt x="294259" y="2318639"/>
                    <a:pt x="294132" y="2301367"/>
                  </a:cubicBezTo>
                  <a:lnTo>
                    <a:pt x="344932" y="2300986"/>
                  </a:lnTo>
                  <a:cubicBezTo>
                    <a:pt x="345059" y="2318004"/>
                    <a:pt x="345186" y="2334895"/>
                    <a:pt x="345567" y="2351786"/>
                  </a:cubicBezTo>
                  <a:close/>
                  <a:moveTo>
                    <a:pt x="91313" y="2285619"/>
                  </a:moveTo>
                  <a:cubicBezTo>
                    <a:pt x="91313" y="2268347"/>
                    <a:pt x="91440" y="2251202"/>
                    <a:pt x="91567" y="2234057"/>
                  </a:cubicBezTo>
                  <a:lnTo>
                    <a:pt x="142367" y="2234565"/>
                  </a:lnTo>
                  <a:cubicBezTo>
                    <a:pt x="142240" y="2251583"/>
                    <a:pt x="142113" y="2268601"/>
                    <a:pt x="142113" y="2285619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820900" y="3821650"/>
            <a:ext cx="524720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Ubicaciones Fijas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0900" y="3151116"/>
            <a:ext cx="236775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Arimo"/>
                <a:cs typeface="Arimo"/>
                <a:sym typeface="Arimo"/>
              </a:rPr>
              <a:t>01.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20900" y="4459825"/>
            <a:ext cx="5367600" cy="251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El sistema maneja 4 ubicaciones predefinidas: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TechSphere Central (Santa Cruz).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TechSphere La Paz.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TechSphere Cochabamba.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Almacen Principal (Santa Cruz).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41090" y="382854"/>
            <a:ext cx="14291079" cy="17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3"/>
              </a:lnSpc>
            </a:pPr>
            <a:r>
              <a:rPr lang="en-US" sz="5819" dirty="0">
                <a:solidFill>
                  <a:srgbClr val="29235C"/>
                </a:solidFill>
                <a:latin typeface="Cooper Black" panose="0208090404030B020404" pitchFamily="18" charset="0"/>
                <a:ea typeface="Arimo"/>
                <a:cs typeface="Arimo"/>
                <a:sym typeface="Arimo"/>
              </a:rPr>
              <a:t>SUPUESTOS DEL NEGOCIO: </a:t>
            </a:r>
          </a:p>
          <a:p>
            <a:pPr algn="l">
              <a:lnSpc>
                <a:spcPts val="6983"/>
              </a:lnSpc>
            </a:pPr>
            <a:r>
              <a:rPr lang="en-US" sz="5819" dirty="0">
                <a:solidFill>
                  <a:srgbClr val="29235C"/>
                </a:solidFill>
                <a:latin typeface="Cooper Black" panose="0208090404030B020404" pitchFamily="18" charset="0"/>
                <a:ea typeface="Arimo"/>
                <a:cs typeface="Arimo"/>
                <a:sym typeface="Arimo"/>
              </a:rPr>
              <a:t>OPERACIONALES</a:t>
            </a:r>
          </a:p>
        </p:txBody>
      </p:sp>
      <p:sp>
        <p:nvSpPr>
          <p:cNvPr id="11" name="AutoShape 11"/>
          <p:cNvSpPr/>
          <p:nvPr/>
        </p:nvSpPr>
        <p:spPr>
          <a:xfrm rot="9015">
            <a:off x="1820875" y="2353125"/>
            <a:ext cx="14527550" cy="0"/>
          </a:xfrm>
          <a:prstGeom prst="line">
            <a:avLst/>
          </a:prstGeom>
          <a:ln w="19050" cap="rnd">
            <a:solidFill>
              <a:srgbClr val="29235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7298791" y="3821650"/>
            <a:ext cx="524720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 dirty="0" err="1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Envíos</a:t>
            </a:r>
            <a:endParaRPr lang="en-US" sz="4100" dirty="0">
              <a:solidFill>
                <a:srgbClr val="29235C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298791" y="3151116"/>
            <a:ext cx="236775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Arimo"/>
                <a:cs typeface="Arimo"/>
                <a:sym typeface="Arimo"/>
              </a:rPr>
              <a:t>02.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68109" y="4459825"/>
            <a:ext cx="5367600" cy="293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Todos los envios tienen un costo fijo de 50 Bs.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Estado por defecto: "entregado" (asumimos entrega inmediata para simplificacion).</a:t>
            </a:r>
          </a:p>
          <a:p>
            <a:pPr marL="604520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Se requiere direccion de envio para todas las ventas.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20496" y="3821650"/>
            <a:ext cx="524720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Precios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20496" y="3151116"/>
            <a:ext cx="236775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Arimo"/>
                <a:cs typeface="Arimo"/>
                <a:sym typeface="Arimo"/>
              </a:rPr>
              <a:t>03.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46001" y="4459825"/>
            <a:ext cx="5367600" cy="251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Todos los precios en dolares (USD).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Impuestos: 0% (simplificacion para proyecto academico).</a:t>
            </a:r>
          </a:p>
          <a:p>
            <a:pPr marL="604520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Descuentos aplicados por producto, no por venta completa.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75626" y="-3657150"/>
            <a:ext cx="6267450" cy="6019800"/>
          </a:xfrm>
          <a:custGeom>
            <a:avLst/>
            <a:gdLst/>
            <a:ahLst/>
            <a:cxnLst/>
            <a:rect l="l" t="t" r="r" b="b"/>
            <a:pathLst>
              <a:path w="6267450" h="6019800">
                <a:moveTo>
                  <a:pt x="0" y="0"/>
                </a:moveTo>
                <a:lnTo>
                  <a:pt x="6267450" y="0"/>
                </a:lnTo>
                <a:lnTo>
                  <a:pt x="6267450" y="6019800"/>
                </a:lnTo>
                <a:lnTo>
                  <a:pt x="0" y="6019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3636128">
            <a:off x="17362310" y="8079578"/>
            <a:ext cx="1672338" cy="3429074"/>
            <a:chOff x="0" y="0"/>
            <a:chExt cx="2229784" cy="4572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29866" cy="4572000"/>
            </a:xfrm>
            <a:custGeom>
              <a:avLst/>
              <a:gdLst/>
              <a:ahLst/>
              <a:cxnLst/>
              <a:rect l="l" t="t" r="r" b="b"/>
              <a:pathLst>
                <a:path w="2229866" h="4572000">
                  <a:moveTo>
                    <a:pt x="0" y="2286000"/>
                  </a:moveTo>
                  <a:cubicBezTo>
                    <a:pt x="0" y="1042035"/>
                    <a:pt x="486029" y="0"/>
                    <a:pt x="1114933" y="0"/>
                  </a:cubicBezTo>
                  <a:lnTo>
                    <a:pt x="1114933" y="25400"/>
                  </a:lnTo>
                  <a:lnTo>
                    <a:pt x="1114933" y="0"/>
                  </a:lnTo>
                  <a:cubicBezTo>
                    <a:pt x="1743837" y="0"/>
                    <a:pt x="2229866" y="1042035"/>
                    <a:pt x="2229866" y="2286000"/>
                  </a:cubicBezTo>
                  <a:lnTo>
                    <a:pt x="2204466" y="2286000"/>
                  </a:lnTo>
                  <a:lnTo>
                    <a:pt x="2229866" y="2286000"/>
                  </a:lnTo>
                  <a:cubicBezTo>
                    <a:pt x="2229866" y="3530092"/>
                    <a:pt x="1743837" y="4572000"/>
                    <a:pt x="1114933" y="4572000"/>
                  </a:cubicBezTo>
                  <a:lnTo>
                    <a:pt x="1114933" y="4546600"/>
                  </a:lnTo>
                  <a:lnTo>
                    <a:pt x="1114933" y="4572000"/>
                  </a:lnTo>
                  <a:cubicBezTo>
                    <a:pt x="486029" y="4572127"/>
                    <a:pt x="0" y="3530092"/>
                    <a:pt x="0" y="2286000"/>
                  </a:cubicBezTo>
                  <a:lnTo>
                    <a:pt x="25400" y="2286000"/>
                  </a:lnTo>
                  <a:lnTo>
                    <a:pt x="50800" y="2286000"/>
                  </a:lnTo>
                  <a:lnTo>
                    <a:pt x="25400" y="2286000"/>
                  </a:lnTo>
                  <a:lnTo>
                    <a:pt x="0" y="2286000"/>
                  </a:lnTo>
                  <a:moveTo>
                    <a:pt x="50800" y="2286000"/>
                  </a:moveTo>
                  <a:cubicBezTo>
                    <a:pt x="50800" y="2299970"/>
                    <a:pt x="39370" y="2311400"/>
                    <a:pt x="25400" y="2311400"/>
                  </a:cubicBezTo>
                  <a:cubicBezTo>
                    <a:pt x="11430" y="2311400"/>
                    <a:pt x="0" y="2299970"/>
                    <a:pt x="0" y="2286000"/>
                  </a:cubicBezTo>
                  <a:cubicBezTo>
                    <a:pt x="0" y="2272030"/>
                    <a:pt x="11430" y="2260600"/>
                    <a:pt x="25400" y="2260600"/>
                  </a:cubicBezTo>
                  <a:cubicBezTo>
                    <a:pt x="39370" y="2260600"/>
                    <a:pt x="50800" y="2272030"/>
                    <a:pt x="50800" y="2286000"/>
                  </a:cubicBezTo>
                  <a:cubicBezTo>
                    <a:pt x="50800" y="3538982"/>
                    <a:pt x="540385" y="4521200"/>
                    <a:pt x="1114933" y="4521200"/>
                  </a:cubicBezTo>
                  <a:cubicBezTo>
                    <a:pt x="1689481" y="4521200"/>
                    <a:pt x="2179066" y="3538982"/>
                    <a:pt x="2179066" y="2286000"/>
                  </a:cubicBezTo>
                  <a:cubicBezTo>
                    <a:pt x="2179066" y="1033018"/>
                    <a:pt x="1689481" y="50800"/>
                    <a:pt x="1114933" y="50800"/>
                  </a:cubicBezTo>
                  <a:lnTo>
                    <a:pt x="1114933" y="25400"/>
                  </a:lnTo>
                  <a:lnTo>
                    <a:pt x="1114933" y="50800"/>
                  </a:lnTo>
                  <a:cubicBezTo>
                    <a:pt x="540385" y="50800"/>
                    <a:pt x="50800" y="1033018"/>
                    <a:pt x="50800" y="2286000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grpSp>
        <p:nvGrpSpPr>
          <p:cNvPr id="5" name="Group 5"/>
          <p:cNvGrpSpPr/>
          <p:nvPr/>
        </p:nvGrpSpPr>
        <p:grpSpPr>
          <a:xfrm rot="-3636128">
            <a:off x="17127382" y="8487318"/>
            <a:ext cx="1672338" cy="3429074"/>
            <a:chOff x="0" y="0"/>
            <a:chExt cx="2229784" cy="4572099"/>
          </a:xfrm>
        </p:grpSpPr>
        <p:sp>
          <p:nvSpPr>
            <p:cNvPr id="6" name="Freeform 6"/>
            <p:cNvSpPr/>
            <p:nvPr/>
          </p:nvSpPr>
          <p:spPr>
            <a:xfrm>
              <a:off x="-91313" y="381"/>
              <a:ext cx="2173732" cy="4571746"/>
            </a:xfrm>
            <a:custGeom>
              <a:avLst/>
              <a:gdLst/>
              <a:ahLst/>
              <a:cxnLst/>
              <a:rect l="l" t="t" r="r" b="b"/>
              <a:pathLst>
                <a:path w="2173732" h="4571746">
                  <a:moveTo>
                    <a:pt x="92456" y="2182876"/>
                  </a:moveTo>
                  <a:cubicBezTo>
                    <a:pt x="92837" y="2165858"/>
                    <a:pt x="93218" y="2148840"/>
                    <a:pt x="93853" y="2131822"/>
                  </a:cubicBezTo>
                  <a:lnTo>
                    <a:pt x="144653" y="2133473"/>
                  </a:lnTo>
                  <a:cubicBezTo>
                    <a:pt x="144145" y="2150237"/>
                    <a:pt x="143637" y="2167001"/>
                    <a:pt x="143256" y="2183892"/>
                  </a:cubicBezTo>
                  <a:close/>
                  <a:moveTo>
                    <a:pt x="146558" y="2082165"/>
                  </a:moveTo>
                  <a:cubicBezTo>
                    <a:pt x="147320" y="2065147"/>
                    <a:pt x="148082" y="2048129"/>
                    <a:pt x="148971" y="2031111"/>
                  </a:cubicBezTo>
                  <a:lnTo>
                    <a:pt x="199644" y="2033905"/>
                  </a:lnTo>
                  <a:cubicBezTo>
                    <a:pt x="198755" y="2050669"/>
                    <a:pt x="197866" y="2067433"/>
                    <a:pt x="197231" y="2084324"/>
                  </a:cubicBezTo>
                  <a:close/>
                  <a:moveTo>
                    <a:pt x="202819" y="1981962"/>
                  </a:moveTo>
                  <a:cubicBezTo>
                    <a:pt x="203962" y="1964944"/>
                    <a:pt x="205105" y="1947926"/>
                    <a:pt x="206375" y="1930908"/>
                  </a:cubicBezTo>
                  <a:lnTo>
                    <a:pt x="257048" y="1934718"/>
                  </a:lnTo>
                  <a:cubicBezTo>
                    <a:pt x="255778" y="1951482"/>
                    <a:pt x="254635" y="1968373"/>
                    <a:pt x="253492" y="1985264"/>
                  </a:cubicBezTo>
                  <a:close/>
                  <a:moveTo>
                    <a:pt x="261239" y="1883537"/>
                  </a:moveTo>
                  <a:cubicBezTo>
                    <a:pt x="262763" y="1866646"/>
                    <a:pt x="264287" y="1849882"/>
                    <a:pt x="265938" y="1833245"/>
                  </a:cubicBezTo>
                  <a:lnTo>
                    <a:pt x="316484" y="1838198"/>
                  </a:lnTo>
                  <a:cubicBezTo>
                    <a:pt x="314833" y="1854708"/>
                    <a:pt x="313309" y="1871345"/>
                    <a:pt x="311912" y="1887982"/>
                  </a:cubicBezTo>
                  <a:close/>
                  <a:moveTo>
                    <a:pt x="321945" y="1786255"/>
                  </a:moveTo>
                  <a:cubicBezTo>
                    <a:pt x="323850" y="1769237"/>
                    <a:pt x="325755" y="1752219"/>
                    <a:pt x="327914" y="1735201"/>
                  </a:cubicBezTo>
                  <a:lnTo>
                    <a:pt x="378333" y="1741424"/>
                  </a:lnTo>
                  <a:cubicBezTo>
                    <a:pt x="376301" y="1758188"/>
                    <a:pt x="374269" y="1774952"/>
                    <a:pt x="372491" y="1791843"/>
                  </a:cubicBezTo>
                  <a:close/>
                  <a:moveTo>
                    <a:pt x="384937" y="1690243"/>
                  </a:moveTo>
                  <a:cubicBezTo>
                    <a:pt x="387223" y="1673479"/>
                    <a:pt x="389509" y="1656715"/>
                    <a:pt x="391922" y="1640205"/>
                  </a:cubicBezTo>
                  <a:lnTo>
                    <a:pt x="442214" y="1647571"/>
                  </a:lnTo>
                  <a:cubicBezTo>
                    <a:pt x="439801" y="1663954"/>
                    <a:pt x="437515" y="1680464"/>
                    <a:pt x="435229" y="1697101"/>
                  </a:cubicBezTo>
                  <a:close/>
                  <a:moveTo>
                    <a:pt x="450088" y="1596136"/>
                  </a:moveTo>
                  <a:cubicBezTo>
                    <a:pt x="452755" y="1579118"/>
                    <a:pt x="455549" y="1562227"/>
                    <a:pt x="458470" y="1545336"/>
                  </a:cubicBezTo>
                  <a:lnTo>
                    <a:pt x="508508" y="1553972"/>
                  </a:lnTo>
                  <a:cubicBezTo>
                    <a:pt x="505587" y="1570609"/>
                    <a:pt x="502920" y="1587373"/>
                    <a:pt x="500253" y="1604137"/>
                  </a:cubicBezTo>
                  <a:close/>
                  <a:moveTo>
                    <a:pt x="517652" y="1503045"/>
                  </a:moveTo>
                  <a:cubicBezTo>
                    <a:pt x="520700" y="1486408"/>
                    <a:pt x="523875" y="1469771"/>
                    <a:pt x="527177" y="1453388"/>
                  </a:cubicBezTo>
                  <a:lnTo>
                    <a:pt x="576961" y="1463294"/>
                  </a:lnTo>
                  <a:cubicBezTo>
                    <a:pt x="573786" y="1479550"/>
                    <a:pt x="570611" y="1495933"/>
                    <a:pt x="567563" y="1512316"/>
                  </a:cubicBezTo>
                  <a:close/>
                  <a:moveTo>
                    <a:pt x="587375" y="1412367"/>
                  </a:moveTo>
                  <a:cubicBezTo>
                    <a:pt x="590931" y="1395476"/>
                    <a:pt x="594614" y="1378585"/>
                    <a:pt x="598424" y="1361948"/>
                  </a:cubicBezTo>
                  <a:lnTo>
                    <a:pt x="647954" y="1373124"/>
                  </a:lnTo>
                  <a:cubicBezTo>
                    <a:pt x="644271" y="1389634"/>
                    <a:pt x="640588" y="1406144"/>
                    <a:pt x="637032" y="1422908"/>
                  </a:cubicBezTo>
                  <a:close/>
                  <a:moveTo>
                    <a:pt x="659638" y="1322705"/>
                  </a:moveTo>
                  <a:cubicBezTo>
                    <a:pt x="663575" y="1306195"/>
                    <a:pt x="667639" y="1289812"/>
                    <a:pt x="671830" y="1273556"/>
                  </a:cubicBezTo>
                  <a:lnTo>
                    <a:pt x="721106" y="1286129"/>
                  </a:lnTo>
                  <a:cubicBezTo>
                    <a:pt x="717042" y="1302131"/>
                    <a:pt x="712978" y="1318260"/>
                    <a:pt x="709041" y="1334516"/>
                  </a:cubicBezTo>
                  <a:close/>
                  <a:moveTo>
                    <a:pt x="734314" y="1235710"/>
                  </a:moveTo>
                  <a:cubicBezTo>
                    <a:pt x="738886" y="1218946"/>
                    <a:pt x="743458" y="1202436"/>
                    <a:pt x="748157" y="1185926"/>
                  </a:cubicBezTo>
                  <a:lnTo>
                    <a:pt x="796925" y="1199896"/>
                  </a:lnTo>
                  <a:cubicBezTo>
                    <a:pt x="792226" y="1216152"/>
                    <a:pt x="787654" y="1232408"/>
                    <a:pt x="783209" y="1248918"/>
                  </a:cubicBezTo>
                  <a:close/>
                  <a:moveTo>
                    <a:pt x="811530" y="1150112"/>
                  </a:moveTo>
                  <a:cubicBezTo>
                    <a:pt x="816483" y="1133856"/>
                    <a:pt x="821436" y="1117854"/>
                    <a:pt x="826643" y="1101979"/>
                  </a:cubicBezTo>
                  <a:lnTo>
                    <a:pt x="875030" y="1117473"/>
                  </a:lnTo>
                  <a:cubicBezTo>
                    <a:pt x="869950" y="1133094"/>
                    <a:pt x="864997" y="1148969"/>
                    <a:pt x="860171" y="1164844"/>
                  </a:cubicBezTo>
                  <a:close/>
                  <a:moveTo>
                    <a:pt x="891159" y="1068324"/>
                  </a:moveTo>
                  <a:cubicBezTo>
                    <a:pt x="896747" y="1052068"/>
                    <a:pt x="902335" y="1035939"/>
                    <a:pt x="908050" y="1019937"/>
                  </a:cubicBezTo>
                  <a:lnTo>
                    <a:pt x="955929" y="1037082"/>
                  </a:lnTo>
                  <a:cubicBezTo>
                    <a:pt x="950341" y="1052830"/>
                    <a:pt x="944753" y="1068578"/>
                    <a:pt x="939292" y="1084580"/>
                  </a:cubicBezTo>
                  <a:close/>
                  <a:moveTo>
                    <a:pt x="973836" y="988060"/>
                  </a:moveTo>
                  <a:cubicBezTo>
                    <a:pt x="979932" y="971931"/>
                    <a:pt x="986155" y="956056"/>
                    <a:pt x="992378" y="940308"/>
                  </a:cubicBezTo>
                  <a:lnTo>
                    <a:pt x="1039495" y="959231"/>
                  </a:lnTo>
                  <a:cubicBezTo>
                    <a:pt x="1033272" y="974725"/>
                    <a:pt x="1027176" y="990346"/>
                    <a:pt x="1021207" y="1006094"/>
                  </a:cubicBezTo>
                  <a:close/>
                  <a:moveTo>
                    <a:pt x="1059307" y="910844"/>
                  </a:moveTo>
                  <a:cubicBezTo>
                    <a:pt x="1066038" y="894969"/>
                    <a:pt x="1072896" y="879221"/>
                    <a:pt x="1079754" y="863727"/>
                  </a:cubicBezTo>
                  <a:lnTo>
                    <a:pt x="1126109" y="884428"/>
                  </a:lnTo>
                  <a:cubicBezTo>
                    <a:pt x="1119378" y="899541"/>
                    <a:pt x="1112647" y="915035"/>
                    <a:pt x="1106043" y="930529"/>
                  </a:cubicBezTo>
                  <a:close/>
                  <a:moveTo>
                    <a:pt x="1147953" y="836803"/>
                  </a:moveTo>
                  <a:cubicBezTo>
                    <a:pt x="1155319" y="821182"/>
                    <a:pt x="1162812" y="805815"/>
                    <a:pt x="1170432" y="790575"/>
                  </a:cubicBezTo>
                  <a:lnTo>
                    <a:pt x="1215898" y="813308"/>
                  </a:lnTo>
                  <a:cubicBezTo>
                    <a:pt x="1208532" y="828167"/>
                    <a:pt x="1201166" y="843153"/>
                    <a:pt x="1193927" y="858520"/>
                  </a:cubicBezTo>
                  <a:close/>
                  <a:moveTo>
                    <a:pt x="1239901" y="766572"/>
                  </a:moveTo>
                  <a:cubicBezTo>
                    <a:pt x="1248029" y="751332"/>
                    <a:pt x="1256284" y="736219"/>
                    <a:pt x="1264539" y="721487"/>
                  </a:cubicBezTo>
                  <a:lnTo>
                    <a:pt x="1308862" y="746379"/>
                  </a:lnTo>
                  <a:cubicBezTo>
                    <a:pt x="1300734" y="760857"/>
                    <a:pt x="1292733" y="775462"/>
                    <a:pt x="1284859" y="790448"/>
                  </a:cubicBezTo>
                  <a:close/>
                  <a:moveTo>
                    <a:pt x="1335405" y="700786"/>
                  </a:moveTo>
                  <a:cubicBezTo>
                    <a:pt x="1344295" y="685927"/>
                    <a:pt x="1353312" y="671322"/>
                    <a:pt x="1362456" y="656971"/>
                  </a:cubicBezTo>
                  <a:lnTo>
                    <a:pt x="1405255" y="684276"/>
                  </a:lnTo>
                  <a:cubicBezTo>
                    <a:pt x="1396365" y="698246"/>
                    <a:pt x="1387602" y="712343"/>
                    <a:pt x="1378966" y="726821"/>
                  </a:cubicBezTo>
                  <a:close/>
                  <a:moveTo>
                    <a:pt x="1434465" y="639953"/>
                  </a:moveTo>
                  <a:cubicBezTo>
                    <a:pt x="1444371" y="625475"/>
                    <a:pt x="1454277" y="611378"/>
                    <a:pt x="1464437" y="597535"/>
                  </a:cubicBezTo>
                  <a:lnTo>
                    <a:pt x="1505458" y="627507"/>
                  </a:lnTo>
                  <a:cubicBezTo>
                    <a:pt x="1495679" y="640842"/>
                    <a:pt x="1486027" y="654558"/>
                    <a:pt x="1476502" y="668528"/>
                  </a:cubicBezTo>
                  <a:close/>
                  <a:moveTo>
                    <a:pt x="1537589" y="585089"/>
                  </a:moveTo>
                  <a:cubicBezTo>
                    <a:pt x="1548384" y="571373"/>
                    <a:pt x="1559433" y="557911"/>
                    <a:pt x="1570482" y="544830"/>
                  </a:cubicBezTo>
                  <a:lnTo>
                    <a:pt x="1609090" y="577723"/>
                  </a:lnTo>
                  <a:cubicBezTo>
                    <a:pt x="1598422" y="590296"/>
                    <a:pt x="1587881" y="603123"/>
                    <a:pt x="1577340" y="616458"/>
                  </a:cubicBezTo>
                  <a:close/>
                  <a:moveTo>
                    <a:pt x="1644777" y="537464"/>
                  </a:moveTo>
                  <a:cubicBezTo>
                    <a:pt x="1656715" y="524637"/>
                    <a:pt x="1668653" y="512191"/>
                    <a:pt x="1680845" y="500253"/>
                  </a:cubicBezTo>
                  <a:lnTo>
                    <a:pt x="1716532" y="536448"/>
                  </a:lnTo>
                  <a:cubicBezTo>
                    <a:pt x="1704975" y="547878"/>
                    <a:pt x="1693418" y="559689"/>
                    <a:pt x="1682115" y="572008"/>
                  </a:cubicBezTo>
                  <a:close/>
                  <a:moveTo>
                    <a:pt x="1756156" y="499237"/>
                  </a:moveTo>
                  <a:cubicBezTo>
                    <a:pt x="1769364" y="487553"/>
                    <a:pt x="1782699" y="476250"/>
                    <a:pt x="1796161" y="465455"/>
                  </a:cubicBezTo>
                  <a:lnTo>
                    <a:pt x="1827784" y="505206"/>
                  </a:lnTo>
                  <a:cubicBezTo>
                    <a:pt x="1815084" y="515366"/>
                    <a:pt x="1802384" y="526034"/>
                    <a:pt x="1789938" y="537083"/>
                  </a:cubicBezTo>
                  <a:close/>
                  <a:moveTo>
                    <a:pt x="1871853" y="471932"/>
                  </a:moveTo>
                  <a:cubicBezTo>
                    <a:pt x="1886331" y="461772"/>
                    <a:pt x="1900936" y="452120"/>
                    <a:pt x="1915668" y="443230"/>
                  </a:cubicBezTo>
                  <a:lnTo>
                    <a:pt x="1942084" y="486664"/>
                  </a:lnTo>
                  <a:cubicBezTo>
                    <a:pt x="1928368" y="495046"/>
                    <a:pt x="1914652" y="504063"/>
                    <a:pt x="1901063" y="513588"/>
                  </a:cubicBezTo>
                  <a:close/>
                  <a:moveTo>
                    <a:pt x="1990725" y="459105"/>
                  </a:moveTo>
                  <a:cubicBezTo>
                    <a:pt x="2006473" y="450977"/>
                    <a:pt x="2022348" y="443611"/>
                    <a:pt x="2038477" y="436753"/>
                  </a:cubicBezTo>
                  <a:lnTo>
                    <a:pt x="2058162" y="483616"/>
                  </a:lnTo>
                  <a:cubicBezTo>
                    <a:pt x="2043303" y="489839"/>
                    <a:pt x="2028571" y="496697"/>
                    <a:pt x="2013966" y="504190"/>
                  </a:cubicBezTo>
                  <a:close/>
                  <a:moveTo>
                    <a:pt x="2111248" y="463423"/>
                  </a:moveTo>
                  <a:cubicBezTo>
                    <a:pt x="2128139" y="457962"/>
                    <a:pt x="2145157" y="453263"/>
                    <a:pt x="2162429" y="449326"/>
                  </a:cubicBezTo>
                  <a:lnTo>
                    <a:pt x="2173732" y="498856"/>
                  </a:lnTo>
                  <a:cubicBezTo>
                    <a:pt x="2158111" y="502412"/>
                    <a:pt x="2142490" y="506730"/>
                    <a:pt x="2126996" y="511810"/>
                  </a:cubicBezTo>
                  <a:close/>
                  <a:moveTo>
                    <a:pt x="1132078" y="4572"/>
                  </a:moveTo>
                  <a:cubicBezTo>
                    <a:pt x="1149604" y="2159"/>
                    <a:pt x="1167257" y="635"/>
                    <a:pt x="1185037" y="0"/>
                  </a:cubicBezTo>
                  <a:lnTo>
                    <a:pt x="1186942" y="50800"/>
                  </a:lnTo>
                  <a:cubicBezTo>
                    <a:pt x="1170813" y="51435"/>
                    <a:pt x="1154811" y="52832"/>
                    <a:pt x="1138809" y="54864"/>
                  </a:cubicBezTo>
                  <a:close/>
                  <a:moveTo>
                    <a:pt x="1238250" y="508"/>
                  </a:moveTo>
                  <a:cubicBezTo>
                    <a:pt x="1256030" y="1524"/>
                    <a:pt x="1273556" y="3429"/>
                    <a:pt x="1291082" y="6096"/>
                  </a:cubicBezTo>
                  <a:lnTo>
                    <a:pt x="1283462" y="56261"/>
                  </a:lnTo>
                  <a:cubicBezTo>
                    <a:pt x="1267587" y="53848"/>
                    <a:pt x="1251458" y="52197"/>
                    <a:pt x="1235456" y="51181"/>
                  </a:cubicBezTo>
                  <a:close/>
                  <a:moveTo>
                    <a:pt x="1340358" y="67183"/>
                  </a:moveTo>
                  <a:cubicBezTo>
                    <a:pt x="1357376" y="71374"/>
                    <a:pt x="1374394" y="76454"/>
                    <a:pt x="1391158" y="82169"/>
                  </a:cubicBezTo>
                  <a:lnTo>
                    <a:pt x="1374648" y="130175"/>
                  </a:lnTo>
                  <a:cubicBezTo>
                    <a:pt x="1359281" y="124841"/>
                    <a:pt x="1343660" y="120269"/>
                    <a:pt x="1328166" y="116459"/>
                  </a:cubicBezTo>
                  <a:close/>
                  <a:moveTo>
                    <a:pt x="1428242" y="150749"/>
                  </a:moveTo>
                  <a:cubicBezTo>
                    <a:pt x="1444244" y="157734"/>
                    <a:pt x="1459992" y="165481"/>
                    <a:pt x="1475740" y="173863"/>
                  </a:cubicBezTo>
                  <a:lnTo>
                    <a:pt x="1466723" y="118745"/>
                  </a:lnTo>
                  <a:cubicBezTo>
                    <a:pt x="1452118" y="110998"/>
                    <a:pt x="1437513" y="103886"/>
                    <a:pt x="1422781" y="97282"/>
                  </a:cubicBezTo>
                  <a:close/>
                  <a:moveTo>
                    <a:pt x="1515618" y="146812"/>
                  </a:moveTo>
                  <a:cubicBezTo>
                    <a:pt x="1530223" y="155956"/>
                    <a:pt x="1544701" y="165735"/>
                    <a:pt x="1558925" y="176149"/>
                  </a:cubicBezTo>
                  <a:lnTo>
                    <a:pt x="1529207" y="217297"/>
                  </a:lnTo>
                  <a:cubicBezTo>
                    <a:pt x="1515745" y="207518"/>
                    <a:pt x="1502156" y="198374"/>
                    <a:pt x="1488567" y="189865"/>
                  </a:cubicBezTo>
                  <a:close/>
                  <a:moveTo>
                    <a:pt x="1573276" y="250952"/>
                  </a:moveTo>
                  <a:cubicBezTo>
                    <a:pt x="1586611" y="261874"/>
                    <a:pt x="1599819" y="273177"/>
                    <a:pt x="1612773" y="284988"/>
                  </a:cubicBezTo>
                  <a:lnTo>
                    <a:pt x="1578610" y="322580"/>
                  </a:lnTo>
                  <a:cubicBezTo>
                    <a:pt x="1566291" y="311277"/>
                    <a:pt x="1553718" y="300482"/>
                    <a:pt x="1541145" y="290322"/>
                  </a:cubicBezTo>
                  <a:close/>
                  <a:moveTo>
                    <a:pt x="1618361" y="360553"/>
                  </a:moveTo>
                  <a:cubicBezTo>
                    <a:pt x="1630426" y="372618"/>
                    <a:pt x="1642237" y="385191"/>
                    <a:pt x="1654048" y="398018"/>
                  </a:cubicBezTo>
                  <a:lnTo>
                    <a:pt x="1616456" y="432181"/>
                  </a:lnTo>
                  <a:cubicBezTo>
                    <a:pt x="1605153" y="419862"/>
                    <a:pt x="1593850" y="407924"/>
                    <a:pt x="1582293" y="396367"/>
                  </a:cubicBezTo>
                  <a:close/>
                  <a:moveTo>
                    <a:pt x="1652016" y="472821"/>
                  </a:moveTo>
                  <a:cubicBezTo>
                    <a:pt x="1662938" y="485902"/>
                    <a:pt x="1673860" y="499364"/>
                    <a:pt x="1684528" y="513207"/>
                  </a:cubicBezTo>
                  <a:lnTo>
                    <a:pt x="1644396" y="544322"/>
                  </a:lnTo>
                  <a:cubicBezTo>
                    <a:pt x="1634109" y="530987"/>
                    <a:pt x="1623568" y="518033"/>
                    <a:pt x="1613027" y="505460"/>
                  </a:cubicBezTo>
                  <a:close/>
                  <a:moveTo>
                    <a:pt x="1676527" y="587248"/>
                  </a:moveTo>
                  <a:cubicBezTo>
                    <a:pt x="1686560" y="601091"/>
                    <a:pt x="1696339" y="615188"/>
                    <a:pt x="1706118" y="629666"/>
                  </a:cubicBezTo>
                  <a:lnTo>
                    <a:pt x="1663954" y="657987"/>
                  </a:lnTo>
                  <a:cubicBezTo>
                    <a:pt x="1654556" y="644017"/>
                    <a:pt x="1645031" y="630301"/>
                    <a:pt x="1635379" y="616839"/>
                  </a:cubicBezTo>
                  <a:close/>
                  <a:moveTo>
                    <a:pt x="1693037" y="702564"/>
                  </a:moveTo>
                  <a:cubicBezTo>
                    <a:pt x="1702054" y="716915"/>
                    <a:pt x="1711071" y="731647"/>
                    <a:pt x="1719834" y="746506"/>
                  </a:cubicBezTo>
                  <a:lnTo>
                    <a:pt x="1676146" y="772414"/>
                  </a:lnTo>
                  <a:cubicBezTo>
                    <a:pt x="1667510" y="757936"/>
                    <a:pt x="1658874" y="743585"/>
                    <a:pt x="1650111" y="729615"/>
                  </a:cubicBezTo>
                  <a:close/>
                  <a:moveTo>
                    <a:pt x="1702562" y="818261"/>
                  </a:moveTo>
                  <a:cubicBezTo>
                    <a:pt x="1710817" y="833120"/>
                    <a:pt x="1718945" y="848233"/>
                    <a:pt x="1726946" y="863473"/>
                  </a:cubicBezTo>
                  <a:lnTo>
                    <a:pt x="1681988" y="887095"/>
                  </a:lnTo>
                  <a:cubicBezTo>
                    <a:pt x="1674114" y="872109"/>
                    <a:pt x="1666240" y="857377"/>
                    <a:pt x="1658112" y="842899"/>
                  </a:cubicBezTo>
                  <a:close/>
                  <a:moveTo>
                    <a:pt x="1705864" y="933958"/>
                  </a:moveTo>
                  <a:cubicBezTo>
                    <a:pt x="1713357" y="949198"/>
                    <a:pt x="1720850" y="964565"/>
                    <a:pt x="1728089" y="980313"/>
                  </a:cubicBezTo>
                  <a:lnTo>
                    <a:pt x="1682115" y="1001776"/>
                  </a:lnTo>
                  <a:cubicBezTo>
                    <a:pt x="1675003" y="986409"/>
                    <a:pt x="1667764" y="971423"/>
                    <a:pt x="1660398" y="956437"/>
                  </a:cubicBezTo>
                  <a:close/>
                  <a:moveTo>
                    <a:pt x="1703832" y="1049528"/>
                  </a:moveTo>
                  <a:cubicBezTo>
                    <a:pt x="1710690" y="1065022"/>
                    <a:pt x="1717421" y="1080770"/>
                    <a:pt x="1724025" y="1096645"/>
                  </a:cubicBezTo>
                  <a:lnTo>
                    <a:pt x="1677162" y="1116203"/>
                  </a:lnTo>
                  <a:cubicBezTo>
                    <a:pt x="1670685" y="1100582"/>
                    <a:pt x="1664081" y="1085215"/>
                    <a:pt x="1657350" y="1069975"/>
                  </a:cubicBezTo>
                  <a:close/>
                  <a:moveTo>
                    <a:pt x="1696974" y="1164590"/>
                  </a:moveTo>
                  <a:cubicBezTo>
                    <a:pt x="1703197" y="1180338"/>
                    <a:pt x="1709293" y="1196340"/>
                    <a:pt x="1715389" y="1212469"/>
                  </a:cubicBezTo>
                  <a:lnTo>
                    <a:pt x="1667764" y="1230249"/>
                  </a:lnTo>
                  <a:cubicBezTo>
                    <a:pt x="1661795" y="1214374"/>
                    <a:pt x="1655826" y="1198753"/>
                    <a:pt x="1649730" y="1183259"/>
                  </a:cubicBezTo>
                  <a:close/>
                  <a:moveTo>
                    <a:pt x="1685671" y="1279271"/>
                  </a:moveTo>
                  <a:cubicBezTo>
                    <a:pt x="1691386" y="1295273"/>
                    <a:pt x="1696847" y="1311402"/>
                    <a:pt x="1702435" y="1327658"/>
                  </a:cubicBezTo>
                  <a:lnTo>
                    <a:pt x="1654302" y="1343787"/>
                  </a:lnTo>
                  <a:cubicBezTo>
                    <a:pt x="1648968" y="1327785"/>
                    <a:pt x="1643507" y="1311910"/>
                    <a:pt x="1637919" y="1296162"/>
                  </a:cubicBezTo>
                  <a:close/>
                  <a:moveTo>
                    <a:pt x="1670431" y="1392809"/>
                  </a:moveTo>
                  <a:cubicBezTo>
                    <a:pt x="1675511" y="1408811"/>
                    <a:pt x="1680464" y="1424940"/>
                    <a:pt x="1685417" y="1441196"/>
                  </a:cubicBezTo>
                  <a:lnTo>
                    <a:pt x="1636776" y="1455801"/>
                  </a:lnTo>
                  <a:cubicBezTo>
                    <a:pt x="1631950" y="1439799"/>
                    <a:pt x="1627124" y="1423924"/>
                    <a:pt x="1622044" y="1408176"/>
                  </a:cubicBezTo>
                  <a:close/>
                  <a:moveTo>
                    <a:pt x="1651381" y="1505712"/>
                  </a:moveTo>
                  <a:cubicBezTo>
                    <a:pt x="1656080" y="1522222"/>
                    <a:pt x="1660652" y="1538859"/>
                    <a:pt x="1665097" y="1555623"/>
                  </a:cubicBezTo>
                  <a:lnTo>
                    <a:pt x="1616075" y="1568704"/>
                  </a:lnTo>
                  <a:cubicBezTo>
                    <a:pt x="1611630" y="1552194"/>
                    <a:pt x="1607185" y="1535811"/>
                    <a:pt x="1602486" y="1519428"/>
                  </a:cubicBezTo>
                  <a:close/>
                  <a:moveTo>
                    <a:pt x="1629029" y="1618742"/>
                  </a:moveTo>
                  <a:cubicBezTo>
                    <a:pt x="1633093" y="1634998"/>
                    <a:pt x="1637157" y="1651508"/>
                    <a:pt x="1641094" y="1668018"/>
                  </a:cubicBezTo>
                  <a:lnTo>
                    <a:pt x="1591691" y="1679702"/>
                  </a:lnTo>
                  <a:cubicBezTo>
                    <a:pt x="1587881" y="1663446"/>
                    <a:pt x="1583817" y="1647190"/>
                    <a:pt x="1579753" y="1631188"/>
                  </a:cubicBezTo>
                  <a:close/>
                  <a:moveTo>
                    <a:pt x="1603248" y="1730375"/>
                  </a:moveTo>
                  <a:cubicBezTo>
                    <a:pt x="1606931" y="1747139"/>
                    <a:pt x="1610614" y="1764030"/>
                    <a:pt x="1614170" y="1780921"/>
                  </a:cubicBezTo>
                  <a:lnTo>
                    <a:pt x="1564386" y="1791335"/>
                  </a:lnTo>
                  <a:cubicBezTo>
                    <a:pt x="1560830" y="1774571"/>
                    <a:pt x="1557274" y="1757934"/>
                    <a:pt x="1553591" y="1741424"/>
                  </a:cubicBezTo>
                  <a:close/>
                  <a:moveTo>
                    <a:pt x="1574546" y="1842008"/>
                  </a:moveTo>
                  <a:cubicBezTo>
                    <a:pt x="1577721" y="1858518"/>
                    <a:pt x="1580896" y="1875155"/>
                    <a:pt x="1583944" y="1891792"/>
                  </a:cubicBezTo>
                  <a:lnTo>
                    <a:pt x="1533906" y="1900936"/>
                  </a:lnTo>
                  <a:cubicBezTo>
                    <a:pt x="1530858" y="1884426"/>
                    <a:pt x="1527810" y="1868043"/>
                    <a:pt x="1524635" y="1851787"/>
                  </a:cubicBezTo>
                  <a:close/>
                  <a:moveTo>
                    <a:pt x="1542923" y="1951990"/>
                  </a:moveTo>
                  <a:cubicBezTo>
                    <a:pt x="1545717" y="1968881"/>
                    <a:pt x="1548511" y="1985899"/>
                    <a:pt x="1551178" y="2002917"/>
                  </a:cubicBezTo>
                  <a:lnTo>
                    <a:pt x="1501013" y="2010791"/>
                  </a:lnTo>
                  <a:cubicBezTo>
                    <a:pt x="1498346" y="1993900"/>
                    <a:pt x="1495679" y="1977136"/>
                    <a:pt x="1492885" y="1960499"/>
                  </a:cubicBezTo>
                  <a:close/>
                  <a:moveTo>
                    <a:pt x="1508760" y="2061972"/>
                  </a:moveTo>
                  <a:cubicBezTo>
                    <a:pt x="1511173" y="2078609"/>
                    <a:pt x="1513459" y="2095373"/>
                    <a:pt x="1515745" y="2112137"/>
                  </a:cubicBezTo>
                  <a:lnTo>
                    <a:pt x="1465326" y="2118741"/>
                  </a:lnTo>
                  <a:cubicBezTo>
                    <a:pt x="1463167" y="2102104"/>
                    <a:pt x="1460881" y="2085594"/>
                    <a:pt x="1458468" y="2069211"/>
                  </a:cubicBezTo>
                  <a:close/>
                  <a:moveTo>
                    <a:pt x="1471803" y="2170049"/>
                  </a:moveTo>
                  <a:cubicBezTo>
                    <a:pt x="1473835" y="2187067"/>
                    <a:pt x="1475740" y="2204085"/>
                    <a:pt x="1477645" y="2221103"/>
                  </a:cubicBezTo>
                  <a:lnTo>
                    <a:pt x="1427099" y="2226564"/>
                  </a:lnTo>
                  <a:cubicBezTo>
                    <a:pt x="1425321" y="2209673"/>
                    <a:pt x="1423289" y="2192782"/>
                    <a:pt x="1421384" y="2176018"/>
                  </a:cubicBezTo>
                  <a:close/>
                  <a:moveTo>
                    <a:pt x="1432433" y="2278380"/>
                  </a:moveTo>
                  <a:cubicBezTo>
                    <a:pt x="1434084" y="2295144"/>
                    <a:pt x="1435608" y="2311908"/>
                    <a:pt x="1437005" y="2328799"/>
                  </a:cubicBezTo>
                  <a:lnTo>
                    <a:pt x="1386332" y="2333117"/>
                  </a:lnTo>
                  <a:cubicBezTo>
                    <a:pt x="1384935" y="2316480"/>
                    <a:pt x="1383411" y="2299843"/>
                    <a:pt x="1381760" y="2283333"/>
                  </a:cubicBezTo>
                  <a:close/>
                  <a:moveTo>
                    <a:pt x="1390396" y="2384425"/>
                  </a:moveTo>
                  <a:cubicBezTo>
                    <a:pt x="1391666" y="2401443"/>
                    <a:pt x="1392809" y="2418461"/>
                    <a:pt x="1393952" y="2435606"/>
                  </a:cubicBezTo>
                  <a:lnTo>
                    <a:pt x="1343279" y="2438781"/>
                  </a:lnTo>
                  <a:cubicBezTo>
                    <a:pt x="1342263" y="2421890"/>
                    <a:pt x="1341120" y="2404999"/>
                    <a:pt x="1339850" y="2388235"/>
                  </a:cubicBezTo>
                  <a:close/>
                  <a:moveTo>
                    <a:pt x="1346327" y="2490851"/>
                  </a:moveTo>
                  <a:cubicBezTo>
                    <a:pt x="1347216" y="2507742"/>
                    <a:pt x="1347978" y="2524633"/>
                    <a:pt x="1348613" y="2541651"/>
                  </a:cubicBezTo>
                  <a:lnTo>
                    <a:pt x="1297813" y="2543683"/>
                  </a:lnTo>
                  <a:cubicBezTo>
                    <a:pt x="1297178" y="2526919"/>
                    <a:pt x="1296416" y="2510155"/>
                    <a:pt x="1295527" y="2493518"/>
                  </a:cubicBezTo>
                  <a:close/>
                  <a:moveTo>
                    <a:pt x="1299718" y="2594991"/>
                  </a:moveTo>
                  <a:cubicBezTo>
                    <a:pt x="1300226" y="2612009"/>
                    <a:pt x="1300607" y="2629027"/>
                    <a:pt x="1300988" y="2646045"/>
                  </a:cubicBezTo>
                  <a:lnTo>
                    <a:pt x="1250188" y="2647061"/>
                  </a:lnTo>
                  <a:cubicBezTo>
                    <a:pt x="1249807" y="2630170"/>
                    <a:pt x="1249426" y="2613279"/>
                    <a:pt x="1248918" y="2596515"/>
                  </a:cubicBezTo>
                  <a:close/>
                  <a:moveTo>
                    <a:pt x="1250950" y="2698877"/>
                  </a:moveTo>
                  <a:cubicBezTo>
                    <a:pt x="1251077" y="2712466"/>
                    <a:pt x="1251077" y="2726182"/>
                    <a:pt x="1251077" y="2739898"/>
                  </a:cubicBezTo>
                  <a:lnTo>
                    <a:pt x="1225677" y="2739898"/>
                  </a:lnTo>
                  <a:lnTo>
                    <a:pt x="1251077" y="2739898"/>
                  </a:lnTo>
                  <a:cubicBezTo>
                    <a:pt x="1251077" y="2743454"/>
                    <a:pt x="1251077" y="2746883"/>
                    <a:pt x="1251077" y="2750439"/>
                  </a:cubicBezTo>
                  <a:lnTo>
                    <a:pt x="1200277" y="2750312"/>
                  </a:lnTo>
                  <a:cubicBezTo>
                    <a:pt x="1200277" y="2746883"/>
                    <a:pt x="1200277" y="2743327"/>
                    <a:pt x="1200277" y="2739898"/>
                  </a:cubicBezTo>
                  <a:cubicBezTo>
                    <a:pt x="1200277" y="2726309"/>
                    <a:pt x="1200277" y="2712847"/>
                    <a:pt x="1200150" y="2699258"/>
                  </a:cubicBezTo>
                  <a:close/>
                  <a:moveTo>
                    <a:pt x="1199896" y="2802382"/>
                  </a:moveTo>
                  <a:cubicBezTo>
                    <a:pt x="1199642" y="2819527"/>
                    <a:pt x="1199388" y="2836545"/>
                    <a:pt x="1199007" y="2853563"/>
                  </a:cubicBezTo>
                  <a:lnTo>
                    <a:pt x="1148207" y="2852420"/>
                  </a:lnTo>
                  <a:cubicBezTo>
                    <a:pt x="1148588" y="2835529"/>
                    <a:pt x="1148969" y="2818638"/>
                    <a:pt x="1149096" y="2801747"/>
                  </a:cubicBezTo>
                  <a:close/>
                  <a:moveTo>
                    <a:pt x="1146683" y="2903855"/>
                  </a:moveTo>
                  <a:cubicBezTo>
                    <a:pt x="1146048" y="2920746"/>
                    <a:pt x="1145413" y="2937637"/>
                    <a:pt x="1144651" y="2954528"/>
                  </a:cubicBezTo>
                  <a:lnTo>
                    <a:pt x="1093851" y="2952242"/>
                  </a:lnTo>
                  <a:cubicBezTo>
                    <a:pt x="1094613" y="2935605"/>
                    <a:pt x="1095248" y="2918968"/>
                    <a:pt x="1095883" y="2902204"/>
                  </a:cubicBezTo>
                  <a:close/>
                  <a:moveTo>
                    <a:pt x="1091311" y="3004058"/>
                  </a:moveTo>
                  <a:cubicBezTo>
                    <a:pt x="1090295" y="3021203"/>
                    <a:pt x="1089279" y="3038348"/>
                    <a:pt x="1088136" y="3055366"/>
                  </a:cubicBezTo>
                  <a:lnTo>
                    <a:pt x="1037463" y="3051937"/>
                  </a:lnTo>
                  <a:cubicBezTo>
                    <a:pt x="1038606" y="3035046"/>
                    <a:pt x="1039622" y="3018155"/>
                    <a:pt x="1040638" y="3001137"/>
                  </a:cubicBezTo>
                  <a:close/>
                  <a:moveTo>
                    <a:pt x="1033780" y="3103499"/>
                  </a:moveTo>
                  <a:cubicBezTo>
                    <a:pt x="1032510" y="3120390"/>
                    <a:pt x="1030986" y="3137281"/>
                    <a:pt x="1029462" y="3154045"/>
                  </a:cubicBezTo>
                  <a:lnTo>
                    <a:pt x="978916" y="3149473"/>
                  </a:lnTo>
                  <a:cubicBezTo>
                    <a:pt x="980440" y="3132836"/>
                    <a:pt x="981837" y="3116199"/>
                    <a:pt x="983107" y="3099435"/>
                  </a:cubicBezTo>
                  <a:close/>
                  <a:moveTo>
                    <a:pt x="973963" y="3200654"/>
                  </a:moveTo>
                  <a:cubicBezTo>
                    <a:pt x="972185" y="3217799"/>
                    <a:pt x="970407" y="3234944"/>
                    <a:pt x="968502" y="3251962"/>
                  </a:cubicBezTo>
                  <a:lnTo>
                    <a:pt x="918083" y="3246247"/>
                  </a:lnTo>
                  <a:cubicBezTo>
                    <a:pt x="919988" y="3229356"/>
                    <a:pt x="921766" y="3212465"/>
                    <a:pt x="923544" y="3195447"/>
                  </a:cubicBezTo>
                  <a:close/>
                  <a:moveTo>
                    <a:pt x="911987" y="3297682"/>
                  </a:moveTo>
                  <a:cubicBezTo>
                    <a:pt x="909828" y="3314573"/>
                    <a:pt x="907669" y="3331337"/>
                    <a:pt x="905383" y="3348101"/>
                  </a:cubicBezTo>
                  <a:lnTo>
                    <a:pt x="855091" y="3341243"/>
                  </a:lnTo>
                  <a:cubicBezTo>
                    <a:pt x="857377" y="3324733"/>
                    <a:pt x="859536" y="3308096"/>
                    <a:pt x="861568" y="3291332"/>
                  </a:cubicBezTo>
                  <a:close/>
                  <a:moveTo>
                    <a:pt x="847852" y="3391789"/>
                  </a:moveTo>
                  <a:cubicBezTo>
                    <a:pt x="845312" y="3408934"/>
                    <a:pt x="842645" y="3425952"/>
                    <a:pt x="839978" y="3442843"/>
                  </a:cubicBezTo>
                  <a:lnTo>
                    <a:pt x="789813" y="3434715"/>
                  </a:lnTo>
                  <a:cubicBezTo>
                    <a:pt x="792480" y="3417951"/>
                    <a:pt x="795147" y="3401187"/>
                    <a:pt x="797687" y="3384296"/>
                  </a:cubicBezTo>
                  <a:close/>
                  <a:moveTo>
                    <a:pt x="781177" y="3486150"/>
                  </a:moveTo>
                  <a:cubicBezTo>
                    <a:pt x="778256" y="3502914"/>
                    <a:pt x="775208" y="3519678"/>
                    <a:pt x="772160" y="3536315"/>
                  </a:cubicBezTo>
                  <a:lnTo>
                    <a:pt x="722249" y="3526917"/>
                  </a:lnTo>
                  <a:cubicBezTo>
                    <a:pt x="725297" y="3510534"/>
                    <a:pt x="728345" y="3494024"/>
                    <a:pt x="731266" y="3477387"/>
                  </a:cubicBezTo>
                  <a:close/>
                  <a:moveTo>
                    <a:pt x="712597" y="3577082"/>
                  </a:moveTo>
                  <a:cubicBezTo>
                    <a:pt x="709168" y="3593973"/>
                    <a:pt x="705739" y="3610864"/>
                    <a:pt x="702056" y="3627628"/>
                  </a:cubicBezTo>
                  <a:lnTo>
                    <a:pt x="652399" y="3616960"/>
                  </a:lnTo>
                  <a:cubicBezTo>
                    <a:pt x="655955" y="3600450"/>
                    <a:pt x="659384" y="3583813"/>
                    <a:pt x="662813" y="3567176"/>
                  </a:cubicBezTo>
                  <a:close/>
                  <a:moveTo>
                    <a:pt x="641223" y="3668014"/>
                  </a:moveTo>
                  <a:cubicBezTo>
                    <a:pt x="637413" y="3684651"/>
                    <a:pt x="633476" y="3701161"/>
                    <a:pt x="629539" y="3717671"/>
                  </a:cubicBezTo>
                  <a:lnTo>
                    <a:pt x="580136" y="3705606"/>
                  </a:lnTo>
                  <a:cubicBezTo>
                    <a:pt x="584073" y="3689350"/>
                    <a:pt x="587883" y="3673094"/>
                    <a:pt x="591693" y="3656584"/>
                  </a:cubicBezTo>
                  <a:close/>
                  <a:moveTo>
                    <a:pt x="567690" y="3755136"/>
                  </a:moveTo>
                  <a:cubicBezTo>
                    <a:pt x="563372" y="3771900"/>
                    <a:pt x="558927" y="3788537"/>
                    <a:pt x="554355" y="3805047"/>
                  </a:cubicBezTo>
                  <a:lnTo>
                    <a:pt x="505333" y="3791585"/>
                  </a:lnTo>
                  <a:cubicBezTo>
                    <a:pt x="509778" y="3775329"/>
                    <a:pt x="514223" y="3758946"/>
                    <a:pt x="518414" y="3742436"/>
                  </a:cubicBezTo>
                  <a:close/>
                  <a:moveTo>
                    <a:pt x="491109" y="3842004"/>
                  </a:moveTo>
                  <a:cubicBezTo>
                    <a:pt x="486283" y="3858387"/>
                    <a:pt x="481457" y="3874643"/>
                    <a:pt x="476504" y="3890899"/>
                  </a:cubicBezTo>
                  <a:lnTo>
                    <a:pt x="427990" y="3875913"/>
                  </a:lnTo>
                  <a:cubicBezTo>
                    <a:pt x="432816" y="3860038"/>
                    <a:pt x="437642" y="3844036"/>
                    <a:pt x="442341" y="3827780"/>
                  </a:cubicBezTo>
                  <a:close/>
                  <a:moveTo>
                    <a:pt x="412623" y="3924681"/>
                  </a:moveTo>
                  <a:cubicBezTo>
                    <a:pt x="407289" y="3941064"/>
                    <a:pt x="401955" y="3957193"/>
                    <a:pt x="396367" y="3973195"/>
                  </a:cubicBezTo>
                  <a:lnTo>
                    <a:pt x="348361" y="3956685"/>
                  </a:lnTo>
                  <a:cubicBezTo>
                    <a:pt x="353822" y="3940937"/>
                    <a:pt x="359029" y="3925062"/>
                    <a:pt x="364363" y="3908933"/>
                  </a:cubicBezTo>
                  <a:close/>
                  <a:moveTo>
                    <a:pt x="331089" y="4005834"/>
                  </a:moveTo>
                  <a:cubicBezTo>
                    <a:pt x="325247" y="4021963"/>
                    <a:pt x="319278" y="4037965"/>
                    <a:pt x="313182" y="4053840"/>
                  </a:cubicBezTo>
                  <a:lnTo>
                    <a:pt x="265684" y="4035679"/>
                  </a:lnTo>
                  <a:cubicBezTo>
                    <a:pt x="271653" y="4020185"/>
                    <a:pt x="277495" y="4004437"/>
                    <a:pt x="283210" y="3988562"/>
                  </a:cubicBezTo>
                  <a:close/>
                  <a:moveTo>
                    <a:pt x="246507" y="4084320"/>
                  </a:moveTo>
                  <a:cubicBezTo>
                    <a:pt x="240030" y="4100322"/>
                    <a:pt x="233426" y="4116070"/>
                    <a:pt x="226822" y="4131691"/>
                  </a:cubicBezTo>
                  <a:lnTo>
                    <a:pt x="180086" y="4111752"/>
                  </a:lnTo>
                  <a:cubicBezTo>
                    <a:pt x="186563" y="4096512"/>
                    <a:pt x="193040" y="4081018"/>
                    <a:pt x="199390" y="4065270"/>
                  </a:cubicBezTo>
                  <a:close/>
                  <a:moveTo>
                    <a:pt x="159004" y="4159631"/>
                  </a:moveTo>
                  <a:cubicBezTo>
                    <a:pt x="151892" y="4175379"/>
                    <a:pt x="144653" y="4190873"/>
                    <a:pt x="137414" y="4206240"/>
                  </a:cubicBezTo>
                  <a:lnTo>
                    <a:pt x="91567" y="4184269"/>
                  </a:lnTo>
                  <a:cubicBezTo>
                    <a:pt x="98679" y="4169283"/>
                    <a:pt x="105791" y="4154043"/>
                    <a:pt x="112776" y="4138676"/>
                  </a:cubicBezTo>
                  <a:close/>
                  <a:moveTo>
                    <a:pt x="68453" y="4231386"/>
                  </a:moveTo>
                  <a:cubicBezTo>
                    <a:pt x="60579" y="4246753"/>
                    <a:pt x="52705" y="4261993"/>
                    <a:pt x="44704" y="4276979"/>
                  </a:cubicBezTo>
                  <a:lnTo>
                    <a:pt x="0" y="4252976"/>
                  </a:lnTo>
                  <a:cubicBezTo>
                    <a:pt x="7874" y="4238371"/>
                    <a:pt x="15621" y="4223512"/>
                    <a:pt x="23241" y="4208526"/>
                  </a:cubicBezTo>
                  <a:close/>
                  <a:moveTo>
                    <a:pt x="1931162" y="4025519"/>
                  </a:moveTo>
                  <a:cubicBezTo>
                    <a:pt x="1922526" y="4040632"/>
                    <a:pt x="1913890" y="4055364"/>
                    <a:pt x="1905000" y="4069969"/>
                  </a:cubicBezTo>
                  <a:lnTo>
                    <a:pt x="1861566" y="4043680"/>
                  </a:lnTo>
                  <a:cubicBezTo>
                    <a:pt x="1870075" y="4029583"/>
                    <a:pt x="1878584" y="4015105"/>
                    <a:pt x="1886966" y="4000500"/>
                  </a:cubicBezTo>
                  <a:close/>
                  <a:moveTo>
                    <a:pt x="1833499" y="4088511"/>
                  </a:moveTo>
                  <a:cubicBezTo>
                    <a:pt x="1824101" y="4103116"/>
                    <a:pt x="1814449" y="4117340"/>
                    <a:pt x="1804797" y="4131437"/>
                  </a:cubicBezTo>
                  <a:lnTo>
                    <a:pt x="1763014" y="4102481"/>
                  </a:lnTo>
                  <a:cubicBezTo>
                    <a:pt x="1772412" y="4088892"/>
                    <a:pt x="1781683" y="4075049"/>
                    <a:pt x="1790827" y="4060952"/>
                  </a:cubicBezTo>
                  <a:close/>
                  <a:moveTo>
                    <a:pt x="1731899" y="4146042"/>
                  </a:moveTo>
                  <a:cubicBezTo>
                    <a:pt x="1721485" y="4160012"/>
                    <a:pt x="1711071" y="4173601"/>
                    <a:pt x="1700403" y="4186809"/>
                  </a:cubicBezTo>
                  <a:lnTo>
                    <a:pt x="1660779" y="4155059"/>
                  </a:lnTo>
                  <a:cubicBezTo>
                    <a:pt x="1670939" y="4142232"/>
                    <a:pt x="1681099" y="4129151"/>
                    <a:pt x="1691132" y="4115689"/>
                  </a:cubicBezTo>
                  <a:close/>
                  <a:moveTo>
                    <a:pt x="1626489" y="4196334"/>
                  </a:moveTo>
                  <a:cubicBezTo>
                    <a:pt x="1615059" y="4209542"/>
                    <a:pt x="1603375" y="4222496"/>
                    <a:pt x="1591691" y="4234942"/>
                  </a:cubicBezTo>
                  <a:lnTo>
                    <a:pt x="1554734" y="4200017"/>
                  </a:lnTo>
                  <a:cubicBezTo>
                    <a:pt x="1566037" y="4188079"/>
                    <a:pt x="1577086" y="4175760"/>
                    <a:pt x="1588135" y="4163060"/>
                  </a:cubicBezTo>
                  <a:close/>
                  <a:moveTo>
                    <a:pt x="1516761" y="4238498"/>
                  </a:moveTo>
                  <a:cubicBezTo>
                    <a:pt x="1504188" y="4250690"/>
                    <a:pt x="1491361" y="4262374"/>
                    <a:pt x="1478534" y="4273550"/>
                  </a:cubicBezTo>
                  <a:lnTo>
                    <a:pt x="1445133" y="4235196"/>
                  </a:lnTo>
                  <a:cubicBezTo>
                    <a:pt x="1457325" y="4224528"/>
                    <a:pt x="1469517" y="4213479"/>
                    <a:pt x="1481455" y="4201795"/>
                  </a:cubicBezTo>
                  <a:close/>
                  <a:moveTo>
                    <a:pt x="1402842" y="4270121"/>
                  </a:moveTo>
                  <a:cubicBezTo>
                    <a:pt x="1388872" y="4281043"/>
                    <a:pt x="1374775" y="4291330"/>
                    <a:pt x="1360551" y="4301109"/>
                  </a:cubicBezTo>
                  <a:lnTo>
                    <a:pt x="1331849" y="4259199"/>
                  </a:lnTo>
                  <a:cubicBezTo>
                    <a:pt x="1345184" y="4250055"/>
                    <a:pt x="1358519" y="4240403"/>
                    <a:pt x="1371727" y="4230116"/>
                  </a:cubicBezTo>
                  <a:close/>
                  <a:moveTo>
                    <a:pt x="1285113" y="4289171"/>
                  </a:moveTo>
                  <a:cubicBezTo>
                    <a:pt x="1269873" y="4298188"/>
                    <a:pt x="1254506" y="4306570"/>
                    <a:pt x="1238885" y="4314190"/>
                  </a:cubicBezTo>
                  <a:lnTo>
                    <a:pt x="1216279" y="4268724"/>
                  </a:lnTo>
                  <a:cubicBezTo>
                    <a:pt x="1230757" y="4261612"/>
                    <a:pt x="1244981" y="4253865"/>
                    <a:pt x="1259205" y="4245483"/>
                  </a:cubicBezTo>
                  <a:close/>
                  <a:moveTo>
                    <a:pt x="1164844" y="4292092"/>
                  </a:moveTo>
                  <a:cubicBezTo>
                    <a:pt x="1148334" y="4298696"/>
                    <a:pt x="1131697" y="4304538"/>
                    <a:pt x="1114933" y="4309618"/>
                  </a:cubicBezTo>
                  <a:lnTo>
                    <a:pt x="1100074" y="4260977"/>
                  </a:lnTo>
                  <a:cubicBezTo>
                    <a:pt x="1115441" y="4256278"/>
                    <a:pt x="1130681" y="4250944"/>
                    <a:pt x="1145921" y="4244848"/>
                  </a:cubicBezTo>
                  <a:close/>
                  <a:moveTo>
                    <a:pt x="1044702" y="4275582"/>
                  </a:moveTo>
                  <a:cubicBezTo>
                    <a:pt x="1027303" y="4279265"/>
                    <a:pt x="1009904" y="4282059"/>
                    <a:pt x="992251" y="4284091"/>
                  </a:cubicBezTo>
                  <a:lnTo>
                    <a:pt x="986536" y="4233672"/>
                  </a:lnTo>
                  <a:cubicBezTo>
                    <a:pt x="1002538" y="4231894"/>
                    <a:pt x="1018540" y="4229227"/>
                    <a:pt x="1034288" y="4225925"/>
                  </a:cubicBezTo>
                  <a:close/>
                  <a:moveTo>
                    <a:pt x="1216533" y="4571619"/>
                  </a:moveTo>
                  <a:cubicBezTo>
                    <a:pt x="1213104" y="4571619"/>
                    <a:pt x="1209675" y="4571746"/>
                    <a:pt x="1206246" y="4571746"/>
                  </a:cubicBezTo>
                  <a:lnTo>
                    <a:pt x="1206246" y="4546346"/>
                  </a:lnTo>
                  <a:lnTo>
                    <a:pt x="1206246" y="4571746"/>
                  </a:lnTo>
                  <a:cubicBezTo>
                    <a:pt x="1191895" y="4571746"/>
                    <a:pt x="1177544" y="4571238"/>
                    <a:pt x="1163320" y="4570095"/>
                  </a:cubicBezTo>
                  <a:lnTo>
                    <a:pt x="1167257" y="4519422"/>
                  </a:lnTo>
                  <a:cubicBezTo>
                    <a:pt x="1180211" y="4520438"/>
                    <a:pt x="1193165" y="4520946"/>
                    <a:pt x="1206246" y="4520946"/>
                  </a:cubicBezTo>
                  <a:cubicBezTo>
                    <a:pt x="1209421" y="4520946"/>
                    <a:pt x="1212469" y="4520946"/>
                    <a:pt x="1215644" y="4520819"/>
                  </a:cubicBezTo>
                  <a:close/>
                  <a:moveTo>
                    <a:pt x="1109726" y="4512691"/>
                  </a:moveTo>
                  <a:cubicBezTo>
                    <a:pt x="1092327" y="4509643"/>
                    <a:pt x="1075055" y="4505833"/>
                    <a:pt x="1057910" y="4501261"/>
                  </a:cubicBezTo>
                  <a:lnTo>
                    <a:pt x="1070991" y="4452239"/>
                  </a:lnTo>
                  <a:cubicBezTo>
                    <a:pt x="1086612" y="4456430"/>
                    <a:pt x="1102360" y="4459859"/>
                    <a:pt x="1118235" y="4462653"/>
                  </a:cubicBezTo>
                  <a:close/>
                  <a:moveTo>
                    <a:pt x="1016000" y="4435348"/>
                  </a:moveTo>
                  <a:cubicBezTo>
                    <a:pt x="999617" y="4429379"/>
                    <a:pt x="983234" y="4422648"/>
                    <a:pt x="967105" y="4415282"/>
                  </a:cubicBezTo>
                  <a:lnTo>
                    <a:pt x="980567" y="4470019"/>
                  </a:lnTo>
                  <a:cubicBezTo>
                    <a:pt x="995426" y="4476877"/>
                    <a:pt x="1010539" y="4482973"/>
                    <a:pt x="1025652" y="4488561"/>
                  </a:cubicBezTo>
                  <a:close/>
                  <a:moveTo>
                    <a:pt x="929767" y="4444746"/>
                  </a:moveTo>
                  <a:cubicBezTo>
                    <a:pt x="914527" y="4436364"/>
                    <a:pt x="899541" y="4427347"/>
                    <a:pt x="884682" y="4417695"/>
                  </a:cubicBezTo>
                  <a:lnTo>
                    <a:pt x="912368" y="4375023"/>
                  </a:lnTo>
                  <a:cubicBezTo>
                    <a:pt x="926338" y="4384040"/>
                    <a:pt x="940308" y="4392549"/>
                    <a:pt x="954532" y="4400296"/>
                  </a:cubicBezTo>
                  <a:close/>
                  <a:moveTo>
                    <a:pt x="866394" y="4343400"/>
                  </a:moveTo>
                  <a:cubicBezTo>
                    <a:pt x="852551" y="4333113"/>
                    <a:pt x="838962" y="4322445"/>
                    <a:pt x="825500" y="4311142"/>
                  </a:cubicBezTo>
                  <a:lnTo>
                    <a:pt x="858012" y="4272153"/>
                  </a:lnTo>
                  <a:cubicBezTo>
                    <a:pt x="870839" y="4282821"/>
                    <a:pt x="883666" y="4292981"/>
                    <a:pt x="896620" y="4302633"/>
                  </a:cubicBezTo>
                  <a:close/>
                  <a:moveTo>
                    <a:pt x="816610" y="4235958"/>
                  </a:moveTo>
                  <a:cubicBezTo>
                    <a:pt x="804037" y="4224274"/>
                    <a:pt x="791591" y="4212082"/>
                    <a:pt x="779272" y="4199509"/>
                  </a:cubicBezTo>
                  <a:lnTo>
                    <a:pt x="815594" y="4163949"/>
                  </a:lnTo>
                  <a:cubicBezTo>
                    <a:pt x="827278" y="4176014"/>
                    <a:pt x="839216" y="4187571"/>
                    <a:pt x="851154" y="4198620"/>
                  </a:cubicBezTo>
                  <a:close/>
                  <a:moveTo>
                    <a:pt x="778383" y="4124198"/>
                  </a:moveTo>
                  <a:cubicBezTo>
                    <a:pt x="767080" y="4111498"/>
                    <a:pt x="755777" y="4098417"/>
                    <a:pt x="744728" y="4085082"/>
                  </a:cubicBezTo>
                  <a:lnTo>
                    <a:pt x="783971" y="4052697"/>
                  </a:lnTo>
                  <a:cubicBezTo>
                    <a:pt x="794639" y="4065651"/>
                    <a:pt x="805434" y="4078097"/>
                    <a:pt x="816229" y="4090289"/>
                  </a:cubicBezTo>
                  <a:close/>
                  <a:moveTo>
                    <a:pt x="750443" y="4010660"/>
                  </a:moveTo>
                  <a:cubicBezTo>
                    <a:pt x="740029" y="3997071"/>
                    <a:pt x="729742" y="3983101"/>
                    <a:pt x="719582" y="3968877"/>
                  </a:cubicBezTo>
                  <a:lnTo>
                    <a:pt x="760984" y="3939413"/>
                  </a:lnTo>
                  <a:cubicBezTo>
                    <a:pt x="770763" y="3953256"/>
                    <a:pt x="780669" y="3966718"/>
                    <a:pt x="790702" y="3979799"/>
                  </a:cubicBezTo>
                  <a:close/>
                  <a:moveTo>
                    <a:pt x="730631" y="3895471"/>
                  </a:moveTo>
                  <a:cubicBezTo>
                    <a:pt x="721233" y="3881247"/>
                    <a:pt x="711962" y="3866896"/>
                    <a:pt x="702818" y="3852164"/>
                  </a:cubicBezTo>
                  <a:lnTo>
                    <a:pt x="745998" y="3825367"/>
                  </a:lnTo>
                  <a:cubicBezTo>
                    <a:pt x="754888" y="3839718"/>
                    <a:pt x="763905" y="3853688"/>
                    <a:pt x="773049" y="3867404"/>
                  </a:cubicBezTo>
                  <a:close/>
                  <a:moveTo>
                    <a:pt x="718566" y="3779901"/>
                  </a:moveTo>
                  <a:cubicBezTo>
                    <a:pt x="710057" y="3765169"/>
                    <a:pt x="701548" y="3750310"/>
                    <a:pt x="693166" y="3735070"/>
                  </a:cubicBezTo>
                  <a:lnTo>
                    <a:pt x="737743" y="3710559"/>
                  </a:lnTo>
                  <a:cubicBezTo>
                    <a:pt x="745871" y="3725418"/>
                    <a:pt x="754126" y="3739896"/>
                    <a:pt x="762508" y="3754247"/>
                  </a:cubicBezTo>
                  <a:close/>
                  <a:moveTo>
                    <a:pt x="712978" y="3664077"/>
                  </a:moveTo>
                  <a:cubicBezTo>
                    <a:pt x="705231" y="3648964"/>
                    <a:pt x="697484" y="3633724"/>
                    <a:pt x="689864" y="3618230"/>
                  </a:cubicBezTo>
                  <a:lnTo>
                    <a:pt x="735457" y="3595878"/>
                  </a:lnTo>
                  <a:cubicBezTo>
                    <a:pt x="742823" y="3611118"/>
                    <a:pt x="750443" y="3625977"/>
                    <a:pt x="758063" y="3640709"/>
                  </a:cubicBezTo>
                  <a:close/>
                  <a:moveTo>
                    <a:pt x="712978" y="3548380"/>
                  </a:moveTo>
                  <a:cubicBezTo>
                    <a:pt x="705866" y="3533013"/>
                    <a:pt x="698881" y="3517392"/>
                    <a:pt x="691896" y="3501517"/>
                  </a:cubicBezTo>
                  <a:lnTo>
                    <a:pt x="738505" y="3481197"/>
                  </a:lnTo>
                  <a:cubicBezTo>
                    <a:pt x="745236" y="3496691"/>
                    <a:pt x="752094" y="3511931"/>
                    <a:pt x="759079" y="3527044"/>
                  </a:cubicBezTo>
                  <a:close/>
                  <a:moveTo>
                    <a:pt x="717931" y="3433064"/>
                  </a:moveTo>
                  <a:cubicBezTo>
                    <a:pt x="711454" y="3417443"/>
                    <a:pt x="705104" y="3401568"/>
                    <a:pt x="698754" y="3385439"/>
                  </a:cubicBezTo>
                  <a:lnTo>
                    <a:pt x="746125" y="3366897"/>
                  </a:lnTo>
                  <a:cubicBezTo>
                    <a:pt x="752221" y="3382645"/>
                    <a:pt x="758571" y="3398266"/>
                    <a:pt x="764921" y="3413633"/>
                  </a:cubicBezTo>
                  <a:close/>
                  <a:moveTo>
                    <a:pt x="727583" y="3318129"/>
                  </a:moveTo>
                  <a:cubicBezTo>
                    <a:pt x="721741" y="3302254"/>
                    <a:pt x="715899" y="3286125"/>
                    <a:pt x="710184" y="3269869"/>
                  </a:cubicBezTo>
                  <a:lnTo>
                    <a:pt x="758063" y="3253105"/>
                  </a:lnTo>
                  <a:cubicBezTo>
                    <a:pt x="763651" y="3269107"/>
                    <a:pt x="769366" y="3284855"/>
                    <a:pt x="775081" y="3300476"/>
                  </a:cubicBezTo>
                  <a:close/>
                  <a:moveTo>
                    <a:pt x="741172" y="3203829"/>
                  </a:moveTo>
                  <a:cubicBezTo>
                    <a:pt x="735838" y="3187954"/>
                    <a:pt x="730758" y="3171952"/>
                    <a:pt x="725678" y="3155696"/>
                  </a:cubicBezTo>
                  <a:lnTo>
                    <a:pt x="774192" y="3140456"/>
                  </a:lnTo>
                  <a:cubicBezTo>
                    <a:pt x="779145" y="3156331"/>
                    <a:pt x="784352" y="3172206"/>
                    <a:pt x="789432" y="3187827"/>
                  </a:cubicBezTo>
                  <a:close/>
                  <a:moveTo>
                    <a:pt x="759079" y="3091180"/>
                  </a:moveTo>
                  <a:cubicBezTo>
                    <a:pt x="754253" y="3074924"/>
                    <a:pt x="749427" y="3058414"/>
                    <a:pt x="744855" y="3041904"/>
                  </a:cubicBezTo>
                  <a:lnTo>
                    <a:pt x="793750" y="3028188"/>
                  </a:lnTo>
                  <a:cubicBezTo>
                    <a:pt x="798322" y="3044571"/>
                    <a:pt x="803021" y="3060700"/>
                    <a:pt x="807720" y="3076829"/>
                  </a:cubicBezTo>
                  <a:close/>
                  <a:moveTo>
                    <a:pt x="779780" y="2977388"/>
                  </a:moveTo>
                  <a:cubicBezTo>
                    <a:pt x="775462" y="2961132"/>
                    <a:pt x="771271" y="2944749"/>
                    <a:pt x="767207" y="2928366"/>
                  </a:cubicBezTo>
                  <a:lnTo>
                    <a:pt x="816483" y="2916047"/>
                  </a:lnTo>
                  <a:cubicBezTo>
                    <a:pt x="820547" y="2932303"/>
                    <a:pt x="824611" y="2948432"/>
                    <a:pt x="828929" y="2964434"/>
                  </a:cubicBezTo>
                  <a:close/>
                  <a:moveTo>
                    <a:pt x="804418" y="2866009"/>
                  </a:moveTo>
                  <a:cubicBezTo>
                    <a:pt x="800481" y="2849372"/>
                    <a:pt x="796798" y="2832735"/>
                    <a:pt x="792988" y="2815971"/>
                  </a:cubicBezTo>
                  <a:lnTo>
                    <a:pt x="842645" y="2805049"/>
                  </a:lnTo>
                  <a:cubicBezTo>
                    <a:pt x="846328" y="2821559"/>
                    <a:pt x="850011" y="2838069"/>
                    <a:pt x="853821" y="2854452"/>
                  </a:cubicBezTo>
                  <a:close/>
                  <a:moveTo>
                    <a:pt x="831596" y="2753741"/>
                  </a:moveTo>
                  <a:cubicBezTo>
                    <a:pt x="828167" y="2737231"/>
                    <a:pt x="824865" y="2720721"/>
                    <a:pt x="821690" y="2704084"/>
                  </a:cubicBezTo>
                  <a:lnTo>
                    <a:pt x="871601" y="2694432"/>
                  </a:lnTo>
                  <a:cubicBezTo>
                    <a:pt x="874776" y="2710815"/>
                    <a:pt x="878078" y="2727198"/>
                    <a:pt x="881380" y="2743454"/>
                  </a:cubicBezTo>
                  <a:close/>
                  <a:moveTo>
                    <a:pt x="159893" y="3079115"/>
                  </a:moveTo>
                  <a:cubicBezTo>
                    <a:pt x="156845" y="3062351"/>
                    <a:pt x="153924" y="3045587"/>
                    <a:pt x="151130" y="3028569"/>
                  </a:cubicBezTo>
                  <a:lnTo>
                    <a:pt x="201295" y="3020187"/>
                  </a:lnTo>
                  <a:cubicBezTo>
                    <a:pt x="204089" y="3036951"/>
                    <a:pt x="207010" y="3053461"/>
                    <a:pt x="209931" y="3070098"/>
                  </a:cubicBezTo>
                  <a:close/>
                  <a:moveTo>
                    <a:pt x="193040" y="2968625"/>
                  </a:moveTo>
                  <a:cubicBezTo>
                    <a:pt x="190500" y="2951988"/>
                    <a:pt x="187960" y="2935097"/>
                    <a:pt x="185547" y="2918333"/>
                  </a:cubicBezTo>
                  <a:lnTo>
                    <a:pt x="235839" y="2911221"/>
                  </a:lnTo>
                  <a:cubicBezTo>
                    <a:pt x="238252" y="2927858"/>
                    <a:pt x="240665" y="2944495"/>
                    <a:pt x="243205" y="2961005"/>
                  </a:cubicBezTo>
                  <a:close/>
                  <a:moveTo>
                    <a:pt x="228981" y="2860421"/>
                  </a:moveTo>
                  <a:cubicBezTo>
                    <a:pt x="226822" y="2843530"/>
                    <a:pt x="224663" y="2826639"/>
                    <a:pt x="222758" y="2809748"/>
                  </a:cubicBezTo>
                  <a:lnTo>
                    <a:pt x="273177" y="2803779"/>
                  </a:lnTo>
                  <a:cubicBezTo>
                    <a:pt x="275209" y="2820543"/>
                    <a:pt x="277241" y="2837307"/>
                    <a:pt x="279400" y="2853944"/>
                  </a:cubicBezTo>
                  <a:close/>
                  <a:moveTo>
                    <a:pt x="116713" y="2775077"/>
                  </a:moveTo>
                  <a:cubicBezTo>
                    <a:pt x="114935" y="2758186"/>
                    <a:pt x="113284" y="2741168"/>
                    <a:pt x="111633" y="2724023"/>
                  </a:cubicBezTo>
                  <a:lnTo>
                    <a:pt x="162179" y="2719197"/>
                  </a:lnTo>
                  <a:cubicBezTo>
                    <a:pt x="163830" y="2736088"/>
                    <a:pt x="165481" y="2752852"/>
                    <a:pt x="167259" y="2769616"/>
                  </a:cubicBezTo>
                  <a:close/>
                  <a:moveTo>
                    <a:pt x="157734" y="2668143"/>
                  </a:moveTo>
                  <a:cubicBezTo>
                    <a:pt x="156337" y="2651252"/>
                    <a:pt x="155067" y="2634361"/>
                    <a:pt x="153797" y="2617343"/>
                  </a:cubicBezTo>
                  <a:lnTo>
                    <a:pt x="204470" y="2613660"/>
                  </a:lnTo>
                  <a:cubicBezTo>
                    <a:pt x="205613" y="2630424"/>
                    <a:pt x="207010" y="2647188"/>
                    <a:pt x="208407" y="2663952"/>
                  </a:cubicBezTo>
                  <a:close/>
                  <a:moveTo>
                    <a:pt x="201041" y="2561971"/>
                  </a:moveTo>
                  <a:cubicBezTo>
                    <a:pt x="200025" y="2544826"/>
                    <a:pt x="199009" y="2527681"/>
                    <a:pt x="198247" y="2510409"/>
                  </a:cubicBezTo>
                  <a:lnTo>
                    <a:pt x="249047" y="2507869"/>
                  </a:lnTo>
                  <a:cubicBezTo>
                    <a:pt x="249936" y="2524887"/>
                    <a:pt x="250825" y="2541905"/>
                    <a:pt x="251841" y="2558796"/>
                  </a:cubicBezTo>
                  <a:close/>
                  <a:moveTo>
                    <a:pt x="246761" y="2456688"/>
                  </a:moveTo>
                  <a:cubicBezTo>
                    <a:pt x="246126" y="2439797"/>
                    <a:pt x="245491" y="2422906"/>
                    <a:pt x="245110" y="2405888"/>
                  </a:cubicBezTo>
                  <a:lnTo>
                    <a:pt x="295910" y="2404491"/>
                  </a:lnTo>
                  <a:cubicBezTo>
                    <a:pt x="296418" y="2421255"/>
                    <a:pt x="296926" y="2438019"/>
                    <a:pt x="297561" y="2454783"/>
                  </a:cubicBezTo>
                  <a:close/>
                  <a:moveTo>
                    <a:pt x="294767" y="2352802"/>
                  </a:moveTo>
                  <a:cubicBezTo>
                    <a:pt x="294513" y="2335657"/>
                    <a:pt x="294259" y="2318639"/>
                    <a:pt x="294132" y="2301367"/>
                  </a:cubicBezTo>
                  <a:lnTo>
                    <a:pt x="344932" y="2300986"/>
                  </a:lnTo>
                  <a:cubicBezTo>
                    <a:pt x="345059" y="2318004"/>
                    <a:pt x="345186" y="2334895"/>
                    <a:pt x="345567" y="2351786"/>
                  </a:cubicBezTo>
                  <a:close/>
                  <a:moveTo>
                    <a:pt x="91313" y="2285619"/>
                  </a:moveTo>
                  <a:cubicBezTo>
                    <a:pt x="91313" y="2268347"/>
                    <a:pt x="91440" y="2251202"/>
                    <a:pt x="91567" y="2234057"/>
                  </a:cubicBezTo>
                  <a:lnTo>
                    <a:pt x="142367" y="2234565"/>
                  </a:lnTo>
                  <a:cubicBezTo>
                    <a:pt x="142240" y="2251583"/>
                    <a:pt x="142113" y="2268601"/>
                    <a:pt x="142113" y="2285619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820900" y="3821650"/>
            <a:ext cx="524720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Base de Datos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0900" y="3151116"/>
            <a:ext cx="236775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Arimo"/>
                <a:cs typeface="Arimo"/>
                <a:sym typeface="Arimo"/>
              </a:rPr>
              <a:t>01.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6209" y="4612225"/>
            <a:ext cx="5367600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PostgreSQL en Neon (Serverless).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Zona horaria: America/La_Paz.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Encoding: UTF8.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41090" y="382854"/>
            <a:ext cx="14291079" cy="17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3"/>
              </a:lnSpc>
            </a:pPr>
            <a:r>
              <a:rPr lang="en-US" sz="5819" dirty="0">
                <a:solidFill>
                  <a:srgbClr val="29235C"/>
                </a:solidFill>
                <a:latin typeface="Cooper Black" panose="0208090404030B020404" pitchFamily="18" charset="0"/>
                <a:ea typeface="Arimo"/>
                <a:cs typeface="Arimo"/>
                <a:sym typeface="Arimo"/>
              </a:rPr>
              <a:t>SUPUESTOS DEL NEGOCIO: </a:t>
            </a:r>
          </a:p>
          <a:p>
            <a:pPr algn="l">
              <a:lnSpc>
                <a:spcPts val="6983"/>
              </a:lnSpc>
            </a:pPr>
            <a:r>
              <a:rPr lang="en-US" sz="5819" dirty="0">
                <a:solidFill>
                  <a:srgbClr val="29235C"/>
                </a:solidFill>
                <a:latin typeface="Cooper Black" panose="0208090404030B020404" pitchFamily="18" charset="0"/>
                <a:ea typeface="Arimo"/>
                <a:cs typeface="Arimo"/>
                <a:sym typeface="Arimo"/>
              </a:rPr>
              <a:t>TÉCNICOS</a:t>
            </a:r>
          </a:p>
        </p:txBody>
      </p:sp>
      <p:sp>
        <p:nvSpPr>
          <p:cNvPr id="11" name="AutoShape 11"/>
          <p:cNvSpPr/>
          <p:nvPr/>
        </p:nvSpPr>
        <p:spPr>
          <a:xfrm rot="9015">
            <a:off x="1820875" y="2353125"/>
            <a:ext cx="14527550" cy="0"/>
          </a:xfrm>
          <a:prstGeom prst="line">
            <a:avLst/>
          </a:prstGeom>
          <a:ln w="19050" cap="rnd">
            <a:solidFill>
              <a:srgbClr val="29235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7298791" y="3821650"/>
            <a:ext cx="524720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Autentificación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98791" y="3151116"/>
            <a:ext cx="236775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Arimo"/>
                <a:cs typeface="Arimo"/>
                <a:sym typeface="Arimo"/>
              </a:rPr>
              <a:t>02.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68109" y="4612225"/>
            <a:ext cx="5367600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 err="1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Contraseñas</a:t>
            </a:r>
            <a:r>
              <a:rPr lang="en-US" sz="2799" dirty="0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 </a:t>
            </a:r>
            <a:r>
              <a:rPr lang="en-US" sz="2799" dirty="0" err="1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hasheadas</a:t>
            </a:r>
            <a:r>
              <a:rPr lang="en-US" sz="2799" dirty="0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 con Argon2.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20496" y="3821650"/>
            <a:ext cx="524720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Transacciones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20496" y="3151116"/>
            <a:ext cx="236775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Arimo"/>
                <a:cs typeface="Arimo"/>
                <a:sym typeface="Arimo"/>
              </a:rPr>
              <a:t>03.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46001" y="4612225"/>
            <a:ext cx="5367600" cy="17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Las envois son </a:t>
            </a:r>
            <a:r>
              <a:rPr lang="en-US" sz="2799" dirty="0" err="1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entregados</a:t>
            </a:r>
            <a:r>
              <a:rPr lang="en-US" sz="2799" dirty="0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 </a:t>
            </a:r>
            <a:r>
              <a:rPr lang="en-US" sz="2799" dirty="0" err="1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en</a:t>
            </a:r>
            <a:r>
              <a:rPr lang="en-US" sz="2799" dirty="0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 </a:t>
            </a:r>
            <a:r>
              <a:rPr lang="en-US" sz="2799" dirty="0" err="1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el</a:t>
            </a:r>
            <a:r>
              <a:rPr lang="en-US" sz="2799" dirty="0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 </a:t>
            </a:r>
            <a:r>
              <a:rPr lang="en-US" sz="2799" dirty="0" err="1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mismo</a:t>
            </a:r>
            <a:r>
              <a:rPr lang="en-US" sz="2799" dirty="0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 </a:t>
            </a:r>
            <a:r>
              <a:rPr lang="en-US" sz="2799" dirty="0" err="1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instante</a:t>
            </a:r>
            <a:r>
              <a:rPr lang="en-US" sz="2799" dirty="0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 de la </a:t>
            </a: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compra</a:t>
            </a:r>
            <a:endParaRPr lang="en-US" sz="2799" dirty="0">
              <a:solidFill>
                <a:srgbClr val="29235C"/>
              </a:solidFill>
              <a:latin typeface="Mallanna"/>
              <a:ea typeface="Mallanna"/>
              <a:cs typeface="Mallanna"/>
              <a:sym typeface="Mallanna"/>
            </a:endParaRP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Los triggers se </a:t>
            </a:r>
            <a:r>
              <a:rPr lang="en-US" sz="2799" dirty="0" err="1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ejecutan</a:t>
            </a:r>
            <a:r>
              <a:rPr lang="en-US" sz="2799" dirty="0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 </a:t>
            </a:r>
            <a:r>
              <a:rPr lang="en-US" sz="2799" dirty="0" err="1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automaticamente</a:t>
            </a:r>
            <a:r>
              <a:rPr lang="en-US" sz="2799" dirty="0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20900" y="7316256"/>
            <a:ext cx="524720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>
                <a:solidFill>
                  <a:srgbClr val="29235C"/>
                </a:solidFill>
                <a:latin typeface="Arimo"/>
                <a:ea typeface="Arimo"/>
                <a:cs typeface="Arimo"/>
                <a:sym typeface="Arimo"/>
              </a:rPr>
              <a:t>Soft Deletes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20900" y="6645721"/>
            <a:ext cx="236775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dirty="0">
                <a:solidFill>
                  <a:srgbClr val="29235C"/>
                </a:solidFill>
                <a:latin typeface="Tw Cen MT Condensed Extra Bold" panose="020B0803020202020204" pitchFamily="34" charset="0"/>
                <a:ea typeface="Arimo"/>
                <a:cs typeface="Arimo"/>
                <a:sym typeface="Arimo"/>
              </a:rPr>
              <a:t>04.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86209" y="8106831"/>
            <a:ext cx="5367600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Productos: se marcan como 'activo = false'.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9235C"/>
                </a:solidFill>
                <a:latin typeface="Mallanna"/>
                <a:ea typeface="Mallanna"/>
                <a:cs typeface="Mallanna"/>
                <a:sym typeface="Mallanna"/>
              </a:rPr>
              <a:t>No se eliminan fisicamente para mantener integridad referencial.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29600" y="-3584324"/>
            <a:ext cx="5638800" cy="5619750"/>
          </a:xfrm>
          <a:custGeom>
            <a:avLst/>
            <a:gdLst/>
            <a:ahLst/>
            <a:cxnLst/>
            <a:rect l="l" t="t" r="r" b="b"/>
            <a:pathLst>
              <a:path w="5638800" h="5619750">
                <a:moveTo>
                  <a:pt x="0" y="0"/>
                </a:moveTo>
                <a:lnTo>
                  <a:pt x="5638800" y="0"/>
                </a:lnTo>
                <a:lnTo>
                  <a:pt x="5638800" y="5619750"/>
                </a:lnTo>
                <a:lnTo>
                  <a:pt x="0" y="5619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84926" y="8075126"/>
            <a:ext cx="5391150" cy="5353050"/>
          </a:xfrm>
          <a:custGeom>
            <a:avLst/>
            <a:gdLst/>
            <a:ahLst/>
            <a:cxnLst/>
            <a:rect l="l" t="t" r="r" b="b"/>
            <a:pathLst>
              <a:path w="5391150" h="5353050">
                <a:moveTo>
                  <a:pt x="0" y="0"/>
                </a:moveTo>
                <a:lnTo>
                  <a:pt x="5391150" y="0"/>
                </a:lnTo>
                <a:lnTo>
                  <a:pt x="5391150" y="5353050"/>
                </a:lnTo>
                <a:lnTo>
                  <a:pt x="0" y="5353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8272912">
            <a:off x="17121236" y="6105890"/>
            <a:ext cx="1970522" cy="4049046"/>
            <a:chOff x="0" y="0"/>
            <a:chExt cx="2627363" cy="53987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27376" cy="5398770"/>
            </a:xfrm>
            <a:custGeom>
              <a:avLst/>
              <a:gdLst/>
              <a:ahLst/>
              <a:cxnLst/>
              <a:rect l="l" t="t" r="r" b="b"/>
              <a:pathLst>
                <a:path w="2627376" h="5398770">
                  <a:moveTo>
                    <a:pt x="0" y="2699385"/>
                  </a:moveTo>
                  <a:cubicBezTo>
                    <a:pt x="0" y="1227074"/>
                    <a:pt x="575056" y="0"/>
                    <a:pt x="1313688" y="0"/>
                  </a:cubicBezTo>
                  <a:lnTo>
                    <a:pt x="1313688" y="25400"/>
                  </a:lnTo>
                  <a:lnTo>
                    <a:pt x="1313688" y="0"/>
                  </a:lnTo>
                  <a:cubicBezTo>
                    <a:pt x="2052320" y="0"/>
                    <a:pt x="2627376" y="1227074"/>
                    <a:pt x="2627376" y="2699385"/>
                  </a:cubicBezTo>
                  <a:lnTo>
                    <a:pt x="2601976" y="2699385"/>
                  </a:lnTo>
                  <a:lnTo>
                    <a:pt x="2627376" y="2699385"/>
                  </a:lnTo>
                  <a:cubicBezTo>
                    <a:pt x="2627376" y="4171696"/>
                    <a:pt x="2052320" y="5398770"/>
                    <a:pt x="1313688" y="5398770"/>
                  </a:cubicBezTo>
                  <a:lnTo>
                    <a:pt x="1313688" y="5373370"/>
                  </a:lnTo>
                  <a:lnTo>
                    <a:pt x="1313688" y="5398770"/>
                  </a:lnTo>
                  <a:cubicBezTo>
                    <a:pt x="575056" y="5398770"/>
                    <a:pt x="0" y="4171696"/>
                    <a:pt x="0" y="2699385"/>
                  </a:cubicBezTo>
                  <a:lnTo>
                    <a:pt x="25400" y="2699385"/>
                  </a:lnTo>
                  <a:lnTo>
                    <a:pt x="50800" y="2699385"/>
                  </a:lnTo>
                  <a:lnTo>
                    <a:pt x="25400" y="2699385"/>
                  </a:lnTo>
                  <a:lnTo>
                    <a:pt x="0" y="2699385"/>
                  </a:lnTo>
                  <a:moveTo>
                    <a:pt x="50800" y="2699385"/>
                  </a:moveTo>
                  <a:cubicBezTo>
                    <a:pt x="50800" y="2713355"/>
                    <a:pt x="39370" y="2724785"/>
                    <a:pt x="25400" y="2724785"/>
                  </a:cubicBezTo>
                  <a:cubicBezTo>
                    <a:pt x="11430" y="2724785"/>
                    <a:pt x="0" y="2713355"/>
                    <a:pt x="0" y="2699385"/>
                  </a:cubicBezTo>
                  <a:cubicBezTo>
                    <a:pt x="0" y="2685415"/>
                    <a:pt x="11430" y="2673985"/>
                    <a:pt x="25400" y="2673985"/>
                  </a:cubicBezTo>
                  <a:cubicBezTo>
                    <a:pt x="39370" y="2673985"/>
                    <a:pt x="50800" y="2685415"/>
                    <a:pt x="50800" y="2699385"/>
                  </a:cubicBezTo>
                  <a:cubicBezTo>
                    <a:pt x="50800" y="4180586"/>
                    <a:pt x="629285" y="5347970"/>
                    <a:pt x="1313688" y="5347970"/>
                  </a:cubicBezTo>
                  <a:cubicBezTo>
                    <a:pt x="1998091" y="5347970"/>
                    <a:pt x="2576576" y="4180713"/>
                    <a:pt x="2576576" y="2699385"/>
                  </a:cubicBezTo>
                  <a:cubicBezTo>
                    <a:pt x="2576576" y="1218057"/>
                    <a:pt x="1997964" y="50800"/>
                    <a:pt x="1313688" y="50800"/>
                  </a:cubicBezTo>
                  <a:lnTo>
                    <a:pt x="1313688" y="25400"/>
                  </a:lnTo>
                  <a:lnTo>
                    <a:pt x="1313688" y="50800"/>
                  </a:lnTo>
                  <a:cubicBezTo>
                    <a:pt x="629285" y="50800"/>
                    <a:pt x="50800" y="1218057"/>
                    <a:pt x="50800" y="2699385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grpSp>
        <p:nvGrpSpPr>
          <p:cNvPr id="6" name="Group 6"/>
          <p:cNvGrpSpPr/>
          <p:nvPr/>
        </p:nvGrpSpPr>
        <p:grpSpPr>
          <a:xfrm rot="-8272912">
            <a:off x="17530376" y="6483188"/>
            <a:ext cx="1970522" cy="4049046"/>
            <a:chOff x="0" y="0"/>
            <a:chExt cx="2627363" cy="5398728"/>
          </a:xfrm>
        </p:grpSpPr>
        <p:sp>
          <p:nvSpPr>
            <p:cNvPr id="7" name="Freeform 7"/>
            <p:cNvSpPr/>
            <p:nvPr/>
          </p:nvSpPr>
          <p:spPr>
            <a:xfrm>
              <a:off x="-1886585" y="0"/>
              <a:ext cx="3791712" cy="5571617"/>
            </a:xfrm>
            <a:custGeom>
              <a:avLst/>
              <a:gdLst/>
              <a:ahLst/>
              <a:cxnLst/>
              <a:rect l="l" t="t" r="r" b="b"/>
              <a:pathLst>
                <a:path w="3791712" h="5571617">
                  <a:moveTo>
                    <a:pt x="1887474" y="2596515"/>
                  </a:moveTo>
                  <a:cubicBezTo>
                    <a:pt x="1887728" y="2579497"/>
                    <a:pt x="1888109" y="2562479"/>
                    <a:pt x="1888617" y="2545461"/>
                  </a:cubicBezTo>
                  <a:lnTo>
                    <a:pt x="1939417" y="2546858"/>
                  </a:lnTo>
                  <a:cubicBezTo>
                    <a:pt x="1938909" y="2563749"/>
                    <a:pt x="1938528" y="2580513"/>
                    <a:pt x="1938274" y="2597404"/>
                  </a:cubicBezTo>
                  <a:close/>
                  <a:moveTo>
                    <a:pt x="1941068" y="2495550"/>
                  </a:moveTo>
                  <a:cubicBezTo>
                    <a:pt x="1941703" y="2478659"/>
                    <a:pt x="1942338" y="2461768"/>
                    <a:pt x="1943100" y="2445004"/>
                  </a:cubicBezTo>
                  <a:lnTo>
                    <a:pt x="1993900" y="2447290"/>
                  </a:lnTo>
                  <a:cubicBezTo>
                    <a:pt x="1993138" y="2463927"/>
                    <a:pt x="1992503" y="2480691"/>
                    <a:pt x="1991868" y="2497328"/>
                  </a:cubicBezTo>
                  <a:close/>
                  <a:moveTo>
                    <a:pt x="1996440" y="2395601"/>
                  </a:moveTo>
                  <a:cubicBezTo>
                    <a:pt x="1997329" y="2378456"/>
                    <a:pt x="1998345" y="2361311"/>
                    <a:pt x="1999488" y="2344293"/>
                  </a:cubicBezTo>
                  <a:lnTo>
                    <a:pt x="2050161" y="2347595"/>
                  </a:lnTo>
                  <a:cubicBezTo>
                    <a:pt x="2049018" y="2364486"/>
                    <a:pt x="2048129" y="2381504"/>
                    <a:pt x="2047113" y="2398522"/>
                  </a:cubicBezTo>
                  <a:close/>
                  <a:moveTo>
                    <a:pt x="2053717" y="2296033"/>
                  </a:moveTo>
                  <a:cubicBezTo>
                    <a:pt x="2054987" y="2279015"/>
                    <a:pt x="2056257" y="2262124"/>
                    <a:pt x="2057654" y="2245233"/>
                  </a:cubicBezTo>
                  <a:lnTo>
                    <a:pt x="2108327" y="2249424"/>
                  </a:lnTo>
                  <a:cubicBezTo>
                    <a:pt x="2106930" y="2266188"/>
                    <a:pt x="2105660" y="2282825"/>
                    <a:pt x="2104390" y="2299716"/>
                  </a:cubicBezTo>
                  <a:close/>
                  <a:moveTo>
                    <a:pt x="2112772" y="2198497"/>
                  </a:moveTo>
                  <a:cubicBezTo>
                    <a:pt x="2114296" y="2181606"/>
                    <a:pt x="2115947" y="2164715"/>
                    <a:pt x="2117725" y="2147824"/>
                  </a:cubicBezTo>
                  <a:lnTo>
                    <a:pt x="2168271" y="2153031"/>
                  </a:lnTo>
                  <a:cubicBezTo>
                    <a:pt x="2166620" y="2169668"/>
                    <a:pt x="2164969" y="2186432"/>
                    <a:pt x="2163318" y="2203196"/>
                  </a:cubicBezTo>
                  <a:close/>
                  <a:moveTo>
                    <a:pt x="2173732" y="2101215"/>
                  </a:moveTo>
                  <a:cubicBezTo>
                    <a:pt x="2175637" y="2084197"/>
                    <a:pt x="2177669" y="2067179"/>
                    <a:pt x="2179701" y="2050288"/>
                  </a:cubicBezTo>
                  <a:lnTo>
                    <a:pt x="2230120" y="2056511"/>
                  </a:lnTo>
                  <a:cubicBezTo>
                    <a:pt x="2228088" y="2073275"/>
                    <a:pt x="2226056" y="2090039"/>
                    <a:pt x="2224151" y="2106930"/>
                  </a:cubicBezTo>
                  <a:close/>
                  <a:moveTo>
                    <a:pt x="2236597" y="2005457"/>
                  </a:moveTo>
                  <a:cubicBezTo>
                    <a:pt x="2238756" y="1988693"/>
                    <a:pt x="2241169" y="1971929"/>
                    <a:pt x="2243455" y="1955292"/>
                  </a:cubicBezTo>
                  <a:lnTo>
                    <a:pt x="2293747" y="1962404"/>
                  </a:lnTo>
                  <a:cubicBezTo>
                    <a:pt x="2291334" y="1978914"/>
                    <a:pt x="2289175" y="1995424"/>
                    <a:pt x="2286889" y="2012061"/>
                  </a:cubicBezTo>
                  <a:close/>
                  <a:moveTo>
                    <a:pt x="2301240" y="1911604"/>
                  </a:moveTo>
                  <a:cubicBezTo>
                    <a:pt x="2303907" y="1894459"/>
                    <a:pt x="2306574" y="1877441"/>
                    <a:pt x="2309368" y="1860550"/>
                  </a:cubicBezTo>
                  <a:lnTo>
                    <a:pt x="2359533" y="1868805"/>
                  </a:lnTo>
                  <a:cubicBezTo>
                    <a:pt x="2356739" y="1885569"/>
                    <a:pt x="2354072" y="1902460"/>
                    <a:pt x="2351532" y="1919351"/>
                  </a:cubicBezTo>
                  <a:close/>
                  <a:moveTo>
                    <a:pt x="2368169" y="1817624"/>
                  </a:moveTo>
                  <a:cubicBezTo>
                    <a:pt x="2371090" y="1800860"/>
                    <a:pt x="2374138" y="1784096"/>
                    <a:pt x="2377186" y="1767459"/>
                  </a:cubicBezTo>
                  <a:lnTo>
                    <a:pt x="2427097" y="1776730"/>
                  </a:lnTo>
                  <a:cubicBezTo>
                    <a:pt x="2424049" y="1793240"/>
                    <a:pt x="2421001" y="1809750"/>
                    <a:pt x="2418207" y="1826387"/>
                  </a:cubicBezTo>
                  <a:close/>
                  <a:moveTo>
                    <a:pt x="2436749" y="1726565"/>
                  </a:moveTo>
                  <a:cubicBezTo>
                    <a:pt x="2440051" y="1709801"/>
                    <a:pt x="2443353" y="1693164"/>
                    <a:pt x="2446909" y="1676654"/>
                  </a:cubicBezTo>
                  <a:lnTo>
                    <a:pt x="2496693" y="1687068"/>
                  </a:lnTo>
                  <a:cubicBezTo>
                    <a:pt x="2493264" y="1703451"/>
                    <a:pt x="2489962" y="1719834"/>
                    <a:pt x="2486660" y="1736471"/>
                  </a:cubicBezTo>
                  <a:close/>
                  <a:moveTo>
                    <a:pt x="2507615" y="1636014"/>
                  </a:moveTo>
                  <a:cubicBezTo>
                    <a:pt x="2511298" y="1619250"/>
                    <a:pt x="2515108" y="1602613"/>
                    <a:pt x="2518918" y="1585976"/>
                  </a:cubicBezTo>
                  <a:lnTo>
                    <a:pt x="2568448" y="1597533"/>
                  </a:lnTo>
                  <a:cubicBezTo>
                    <a:pt x="2564638" y="1613916"/>
                    <a:pt x="2560955" y="1630426"/>
                    <a:pt x="2557272" y="1647063"/>
                  </a:cubicBezTo>
                  <a:close/>
                  <a:moveTo>
                    <a:pt x="2026285" y="1483995"/>
                  </a:moveTo>
                  <a:cubicBezTo>
                    <a:pt x="2030349" y="1467612"/>
                    <a:pt x="2034413" y="1451229"/>
                    <a:pt x="2038604" y="1435100"/>
                  </a:cubicBezTo>
                  <a:lnTo>
                    <a:pt x="2087753" y="1447800"/>
                  </a:lnTo>
                  <a:cubicBezTo>
                    <a:pt x="2083689" y="1463802"/>
                    <a:pt x="2079625" y="1479931"/>
                    <a:pt x="2075561" y="1496187"/>
                  </a:cubicBezTo>
                  <a:close/>
                  <a:moveTo>
                    <a:pt x="2100961" y="1397508"/>
                  </a:moveTo>
                  <a:cubicBezTo>
                    <a:pt x="2105533" y="1380744"/>
                    <a:pt x="2110105" y="1364234"/>
                    <a:pt x="2114804" y="1347724"/>
                  </a:cubicBezTo>
                  <a:lnTo>
                    <a:pt x="2163699" y="1361567"/>
                  </a:lnTo>
                  <a:cubicBezTo>
                    <a:pt x="2159127" y="1377823"/>
                    <a:pt x="2154555" y="1394206"/>
                    <a:pt x="2150110" y="1410716"/>
                  </a:cubicBezTo>
                  <a:close/>
                  <a:moveTo>
                    <a:pt x="2178304" y="1311783"/>
                  </a:moveTo>
                  <a:cubicBezTo>
                    <a:pt x="2183130" y="1295527"/>
                    <a:pt x="2188083" y="1279398"/>
                    <a:pt x="2193163" y="1263269"/>
                  </a:cubicBezTo>
                  <a:lnTo>
                    <a:pt x="2241677" y="1278382"/>
                  </a:lnTo>
                  <a:cubicBezTo>
                    <a:pt x="2236724" y="1294257"/>
                    <a:pt x="2231898" y="1310132"/>
                    <a:pt x="2227072" y="1326261"/>
                  </a:cubicBezTo>
                  <a:close/>
                  <a:moveTo>
                    <a:pt x="2257171" y="1229868"/>
                  </a:moveTo>
                  <a:cubicBezTo>
                    <a:pt x="2262505" y="1213612"/>
                    <a:pt x="2267966" y="1197356"/>
                    <a:pt x="2273427" y="1181354"/>
                  </a:cubicBezTo>
                  <a:lnTo>
                    <a:pt x="2321433" y="1197864"/>
                  </a:lnTo>
                  <a:cubicBezTo>
                    <a:pt x="2315972" y="1213739"/>
                    <a:pt x="2310638" y="1229614"/>
                    <a:pt x="2305431" y="1245743"/>
                  </a:cubicBezTo>
                  <a:close/>
                  <a:moveTo>
                    <a:pt x="2338705" y="1148969"/>
                  </a:moveTo>
                  <a:cubicBezTo>
                    <a:pt x="2344547" y="1132840"/>
                    <a:pt x="2350389" y="1116838"/>
                    <a:pt x="2356358" y="1100963"/>
                  </a:cubicBezTo>
                  <a:lnTo>
                    <a:pt x="2403856" y="1118870"/>
                  </a:lnTo>
                  <a:cubicBezTo>
                    <a:pt x="2398014" y="1134491"/>
                    <a:pt x="2392172" y="1150239"/>
                    <a:pt x="2386457" y="1166241"/>
                  </a:cubicBezTo>
                  <a:close/>
                  <a:moveTo>
                    <a:pt x="2422525" y="1070483"/>
                  </a:moveTo>
                  <a:cubicBezTo>
                    <a:pt x="2428875" y="1054481"/>
                    <a:pt x="2435225" y="1038733"/>
                    <a:pt x="2441702" y="1022985"/>
                  </a:cubicBezTo>
                  <a:lnTo>
                    <a:pt x="2488692" y="1042416"/>
                  </a:lnTo>
                  <a:cubicBezTo>
                    <a:pt x="2482342" y="1057783"/>
                    <a:pt x="2475992" y="1073404"/>
                    <a:pt x="2469769" y="1089152"/>
                  </a:cubicBezTo>
                  <a:close/>
                  <a:moveTo>
                    <a:pt x="2508885" y="994537"/>
                  </a:moveTo>
                  <a:cubicBezTo>
                    <a:pt x="2515743" y="978789"/>
                    <a:pt x="2522601" y="963168"/>
                    <a:pt x="2529586" y="947674"/>
                  </a:cubicBezTo>
                  <a:lnTo>
                    <a:pt x="2575814" y="968629"/>
                  </a:lnTo>
                  <a:cubicBezTo>
                    <a:pt x="2568956" y="983742"/>
                    <a:pt x="2562098" y="999109"/>
                    <a:pt x="2555367" y="1014603"/>
                  </a:cubicBezTo>
                  <a:close/>
                  <a:moveTo>
                    <a:pt x="2597785" y="921258"/>
                  </a:moveTo>
                  <a:cubicBezTo>
                    <a:pt x="2605151" y="905764"/>
                    <a:pt x="2612644" y="890397"/>
                    <a:pt x="2620264" y="875157"/>
                  </a:cubicBezTo>
                  <a:lnTo>
                    <a:pt x="2665730" y="897890"/>
                  </a:lnTo>
                  <a:cubicBezTo>
                    <a:pt x="2658237" y="912749"/>
                    <a:pt x="2650998" y="927862"/>
                    <a:pt x="2643632" y="943102"/>
                  </a:cubicBezTo>
                  <a:close/>
                  <a:moveTo>
                    <a:pt x="2689479" y="851281"/>
                  </a:moveTo>
                  <a:cubicBezTo>
                    <a:pt x="2697480" y="836041"/>
                    <a:pt x="2705608" y="820928"/>
                    <a:pt x="2713736" y="806069"/>
                  </a:cubicBezTo>
                  <a:lnTo>
                    <a:pt x="2758186" y="830580"/>
                  </a:lnTo>
                  <a:cubicBezTo>
                    <a:pt x="2750185" y="845185"/>
                    <a:pt x="2742184" y="859917"/>
                    <a:pt x="2734437" y="874903"/>
                  </a:cubicBezTo>
                  <a:close/>
                  <a:moveTo>
                    <a:pt x="2784094" y="784987"/>
                  </a:moveTo>
                  <a:cubicBezTo>
                    <a:pt x="2792730" y="770001"/>
                    <a:pt x="2801493" y="755269"/>
                    <a:pt x="2810383" y="740791"/>
                  </a:cubicBezTo>
                  <a:lnTo>
                    <a:pt x="2853690" y="767334"/>
                  </a:lnTo>
                  <a:cubicBezTo>
                    <a:pt x="2845054" y="781431"/>
                    <a:pt x="2836418" y="795909"/>
                    <a:pt x="2828036" y="810514"/>
                  </a:cubicBezTo>
                  <a:close/>
                  <a:moveTo>
                    <a:pt x="2881757" y="722884"/>
                  </a:moveTo>
                  <a:cubicBezTo>
                    <a:pt x="2891155" y="708406"/>
                    <a:pt x="2900680" y="694055"/>
                    <a:pt x="2910205" y="680085"/>
                  </a:cubicBezTo>
                  <a:lnTo>
                    <a:pt x="2952115" y="708787"/>
                  </a:lnTo>
                  <a:cubicBezTo>
                    <a:pt x="2942717" y="722503"/>
                    <a:pt x="2933573" y="736346"/>
                    <a:pt x="2924302" y="750570"/>
                  </a:cubicBezTo>
                  <a:close/>
                  <a:moveTo>
                    <a:pt x="2982595" y="665480"/>
                  </a:moveTo>
                  <a:cubicBezTo>
                    <a:pt x="2992755" y="651383"/>
                    <a:pt x="3003169" y="637667"/>
                    <a:pt x="3013583" y="624205"/>
                  </a:cubicBezTo>
                  <a:lnTo>
                    <a:pt x="3053842" y="655193"/>
                  </a:lnTo>
                  <a:cubicBezTo>
                    <a:pt x="3043682" y="668274"/>
                    <a:pt x="3033776" y="681609"/>
                    <a:pt x="3023870" y="695325"/>
                  </a:cubicBezTo>
                  <a:close/>
                  <a:moveTo>
                    <a:pt x="3086989" y="613664"/>
                  </a:moveTo>
                  <a:cubicBezTo>
                    <a:pt x="3098038" y="600329"/>
                    <a:pt x="3109087" y="587248"/>
                    <a:pt x="3120263" y="574548"/>
                  </a:cubicBezTo>
                  <a:lnTo>
                    <a:pt x="3158363" y="608203"/>
                  </a:lnTo>
                  <a:cubicBezTo>
                    <a:pt x="3147568" y="620522"/>
                    <a:pt x="3136773" y="633095"/>
                    <a:pt x="3126105" y="646049"/>
                  </a:cubicBezTo>
                  <a:close/>
                  <a:moveTo>
                    <a:pt x="3194558" y="568579"/>
                  </a:moveTo>
                  <a:cubicBezTo>
                    <a:pt x="3206496" y="556006"/>
                    <a:pt x="3218688" y="543687"/>
                    <a:pt x="3230880" y="531749"/>
                  </a:cubicBezTo>
                  <a:lnTo>
                    <a:pt x="3266313" y="568198"/>
                  </a:lnTo>
                  <a:cubicBezTo>
                    <a:pt x="3254629" y="579628"/>
                    <a:pt x="3242945" y="591439"/>
                    <a:pt x="3231388" y="603504"/>
                  </a:cubicBezTo>
                  <a:close/>
                  <a:moveTo>
                    <a:pt x="2673985" y="223647"/>
                  </a:moveTo>
                  <a:cubicBezTo>
                    <a:pt x="2687066" y="211963"/>
                    <a:pt x="2700274" y="200660"/>
                    <a:pt x="2713609" y="189738"/>
                  </a:cubicBezTo>
                  <a:lnTo>
                    <a:pt x="2745740" y="229108"/>
                  </a:lnTo>
                  <a:cubicBezTo>
                    <a:pt x="2733040" y="239522"/>
                    <a:pt x="2720467" y="250190"/>
                    <a:pt x="2707894" y="261493"/>
                  </a:cubicBezTo>
                  <a:close/>
                  <a:moveTo>
                    <a:pt x="2788539" y="195834"/>
                  </a:moveTo>
                  <a:cubicBezTo>
                    <a:pt x="2802636" y="185420"/>
                    <a:pt x="2816860" y="175514"/>
                    <a:pt x="2831211" y="166116"/>
                  </a:cubicBezTo>
                  <a:lnTo>
                    <a:pt x="2859151" y="208534"/>
                  </a:lnTo>
                  <a:cubicBezTo>
                    <a:pt x="2845562" y="217424"/>
                    <a:pt x="2832100" y="226822"/>
                    <a:pt x="2818638" y="236728"/>
                  </a:cubicBezTo>
                  <a:close/>
                  <a:moveTo>
                    <a:pt x="2906014" y="179451"/>
                  </a:moveTo>
                  <a:cubicBezTo>
                    <a:pt x="2921254" y="170688"/>
                    <a:pt x="2936621" y="162433"/>
                    <a:pt x="2952115" y="154686"/>
                  </a:cubicBezTo>
                  <a:lnTo>
                    <a:pt x="2974721" y="200152"/>
                  </a:lnTo>
                  <a:cubicBezTo>
                    <a:pt x="2960243" y="207391"/>
                    <a:pt x="2945765" y="215138"/>
                    <a:pt x="2931414" y="223393"/>
                  </a:cubicBezTo>
                  <a:close/>
                  <a:moveTo>
                    <a:pt x="3025140" y="176911"/>
                  </a:moveTo>
                  <a:cubicBezTo>
                    <a:pt x="3041396" y="170180"/>
                    <a:pt x="3057906" y="163957"/>
                    <a:pt x="3074416" y="158369"/>
                  </a:cubicBezTo>
                  <a:lnTo>
                    <a:pt x="3090545" y="206502"/>
                  </a:lnTo>
                  <a:cubicBezTo>
                    <a:pt x="3075178" y="211709"/>
                    <a:pt x="3059811" y="217424"/>
                    <a:pt x="3044698" y="223774"/>
                  </a:cubicBezTo>
                  <a:close/>
                  <a:moveTo>
                    <a:pt x="3144520" y="190373"/>
                  </a:moveTo>
                  <a:cubicBezTo>
                    <a:pt x="3161538" y="186055"/>
                    <a:pt x="3178810" y="182372"/>
                    <a:pt x="3196082" y="179324"/>
                  </a:cubicBezTo>
                  <a:lnTo>
                    <a:pt x="3204718" y="229362"/>
                  </a:lnTo>
                  <a:cubicBezTo>
                    <a:pt x="3188716" y="232156"/>
                    <a:pt x="3172841" y="235585"/>
                    <a:pt x="3157093" y="239522"/>
                  </a:cubicBezTo>
                  <a:close/>
                  <a:moveTo>
                    <a:pt x="3139313" y="2794"/>
                  </a:moveTo>
                  <a:cubicBezTo>
                    <a:pt x="3156839" y="1143"/>
                    <a:pt x="3174365" y="254"/>
                    <a:pt x="3192018" y="0"/>
                  </a:cubicBezTo>
                  <a:lnTo>
                    <a:pt x="3192653" y="50800"/>
                  </a:lnTo>
                  <a:cubicBezTo>
                    <a:pt x="3176397" y="51054"/>
                    <a:pt x="3160141" y="51816"/>
                    <a:pt x="3144012" y="53340"/>
                  </a:cubicBezTo>
                  <a:close/>
                  <a:moveTo>
                    <a:pt x="3249676" y="52070"/>
                  </a:moveTo>
                  <a:cubicBezTo>
                    <a:pt x="3267202" y="53213"/>
                    <a:pt x="3284728" y="55118"/>
                    <a:pt x="3302127" y="57785"/>
                  </a:cubicBezTo>
                  <a:lnTo>
                    <a:pt x="3294634" y="108077"/>
                  </a:lnTo>
                  <a:cubicBezTo>
                    <a:pt x="3278632" y="105664"/>
                    <a:pt x="3262376" y="103886"/>
                    <a:pt x="3246247" y="102870"/>
                  </a:cubicBezTo>
                  <a:close/>
                  <a:moveTo>
                    <a:pt x="3350514" y="118364"/>
                  </a:moveTo>
                  <a:cubicBezTo>
                    <a:pt x="3367532" y="122301"/>
                    <a:pt x="3384550" y="126873"/>
                    <a:pt x="3401441" y="132080"/>
                  </a:cubicBezTo>
                  <a:lnTo>
                    <a:pt x="3386328" y="180594"/>
                  </a:lnTo>
                  <a:cubicBezTo>
                    <a:pt x="3370707" y="175768"/>
                    <a:pt x="3354959" y="171450"/>
                    <a:pt x="3339084" y="167894"/>
                  </a:cubicBezTo>
                  <a:close/>
                  <a:moveTo>
                    <a:pt x="3439541" y="199009"/>
                  </a:moveTo>
                  <a:cubicBezTo>
                    <a:pt x="3455670" y="205359"/>
                    <a:pt x="3471799" y="212217"/>
                    <a:pt x="3487674" y="219837"/>
                  </a:cubicBezTo>
                  <a:lnTo>
                    <a:pt x="3465957" y="265811"/>
                  </a:lnTo>
                  <a:cubicBezTo>
                    <a:pt x="3451098" y="258826"/>
                    <a:pt x="3435985" y="252349"/>
                    <a:pt x="3420999" y="246380"/>
                  </a:cubicBezTo>
                  <a:close/>
                  <a:moveTo>
                    <a:pt x="3515868" y="291084"/>
                  </a:moveTo>
                  <a:cubicBezTo>
                    <a:pt x="3530981" y="299466"/>
                    <a:pt x="3545967" y="308356"/>
                    <a:pt x="3560953" y="317754"/>
                  </a:cubicBezTo>
                  <a:lnTo>
                    <a:pt x="3533775" y="360680"/>
                  </a:lnTo>
                  <a:cubicBezTo>
                    <a:pt x="3519678" y="351790"/>
                    <a:pt x="3505581" y="343408"/>
                    <a:pt x="3491357" y="335534"/>
                  </a:cubicBezTo>
                  <a:close/>
                  <a:moveTo>
                    <a:pt x="3579622" y="391160"/>
                  </a:moveTo>
                  <a:cubicBezTo>
                    <a:pt x="3593592" y="401066"/>
                    <a:pt x="3607562" y="411607"/>
                    <a:pt x="3621278" y="422402"/>
                  </a:cubicBezTo>
                  <a:lnTo>
                    <a:pt x="3589782" y="462280"/>
                  </a:lnTo>
                  <a:cubicBezTo>
                    <a:pt x="3576701" y="451866"/>
                    <a:pt x="3563493" y="441960"/>
                    <a:pt x="3550158" y="432562"/>
                  </a:cubicBezTo>
                  <a:close/>
                  <a:moveTo>
                    <a:pt x="3631946" y="497205"/>
                  </a:moveTo>
                  <a:cubicBezTo>
                    <a:pt x="3644773" y="508381"/>
                    <a:pt x="3657600" y="519938"/>
                    <a:pt x="3670173" y="532003"/>
                  </a:cubicBezTo>
                  <a:lnTo>
                    <a:pt x="3635248" y="568833"/>
                  </a:lnTo>
                  <a:cubicBezTo>
                    <a:pt x="3623183" y="557403"/>
                    <a:pt x="3610991" y="546227"/>
                    <a:pt x="3598672" y="535559"/>
                  </a:cubicBezTo>
                  <a:close/>
                  <a:moveTo>
                    <a:pt x="3673856" y="606806"/>
                  </a:moveTo>
                  <a:cubicBezTo>
                    <a:pt x="3685794" y="618998"/>
                    <a:pt x="3697605" y="631698"/>
                    <a:pt x="3709289" y="644652"/>
                  </a:cubicBezTo>
                  <a:lnTo>
                    <a:pt x="3671570" y="678688"/>
                  </a:lnTo>
                  <a:cubicBezTo>
                    <a:pt x="3660267" y="666242"/>
                    <a:pt x="3648964" y="654050"/>
                    <a:pt x="3637407" y="642239"/>
                  </a:cubicBezTo>
                  <a:close/>
                  <a:moveTo>
                    <a:pt x="3706622" y="718947"/>
                  </a:moveTo>
                  <a:cubicBezTo>
                    <a:pt x="3717671" y="732028"/>
                    <a:pt x="3728593" y="745490"/>
                    <a:pt x="3739388" y="759206"/>
                  </a:cubicBezTo>
                  <a:lnTo>
                    <a:pt x="3699510" y="790575"/>
                  </a:lnTo>
                  <a:cubicBezTo>
                    <a:pt x="3688969" y="777240"/>
                    <a:pt x="3678428" y="764286"/>
                    <a:pt x="3667760" y="751586"/>
                  </a:cubicBezTo>
                  <a:close/>
                  <a:moveTo>
                    <a:pt x="3731641" y="832612"/>
                  </a:moveTo>
                  <a:cubicBezTo>
                    <a:pt x="3741801" y="846328"/>
                    <a:pt x="3751961" y="860425"/>
                    <a:pt x="3761867" y="874776"/>
                  </a:cubicBezTo>
                  <a:lnTo>
                    <a:pt x="3720211" y="903859"/>
                  </a:lnTo>
                  <a:cubicBezTo>
                    <a:pt x="3710559" y="889889"/>
                    <a:pt x="3700653" y="876300"/>
                    <a:pt x="3690747" y="862838"/>
                  </a:cubicBezTo>
                  <a:close/>
                  <a:moveTo>
                    <a:pt x="3749802" y="947547"/>
                  </a:moveTo>
                  <a:cubicBezTo>
                    <a:pt x="3759200" y="961771"/>
                    <a:pt x="3768344" y="976122"/>
                    <a:pt x="3777488" y="990854"/>
                  </a:cubicBezTo>
                  <a:lnTo>
                    <a:pt x="3734308" y="1017651"/>
                  </a:lnTo>
                  <a:cubicBezTo>
                    <a:pt x="3725418" y="1003300"/>
                    <a:pt x="3716401" y="989203"/>
                    <a:pt x="3707257" y="975360"/>
                  </a:cubicBezTo>
                  <a:close/>
                  <a:moveTo>
                    <a:pt x="3761613" y="1062609"/>
                  </a:moveTo>
                  <a:cubicBezTo>
                    <a:pt x="3770249" y="1077214"/>
                    <a:pt x="3778758" y="1092073"/>
                    <a:pt x="3787267" y="1107186"/>
                  </a:cubicBezTo>
                  <a:lnTo>
                    <a:pt x="3742944" y="1132078"/>
                  </a:lnTo>
                  <a:cubicBezTo>
                    <a:pt x="3734689" y="1117346"/>
                    <a:pt x="3726307" y="1102868"/>
                    <a:pt x="3717925" y="1088517"/>
                  </a:cubicBezTo>
                  <a:close/>
                  <a:moveTo>
                    <a:pt x="3768090" y="1178052"/>
                  </a:moveTo>
                  <a:cubicBezTo>
                    <a:pt x="3776091" y="1193038"/>
                    <a:pt x="3783965" y="1208151"/>
                    <a:pt x="3791712" y="1223518"/>
                  </a:cubicBezTo>
                  <a:lnTo>
                    <a:pt x="3746373" y="1246505"/>
                  </a:lnTo>
                  <a:cubicBezTo>
                    <a:pt x="3738753" y="1231392"/>
                    <a:pt x="3731006" y="1216533"/>
                    <a:pt x="3723132" y="1201928"/>
                  </a:cubicBezTo>
                  <a:close/>
                  <a:moveTo>
                    <a:pt x="3769487" y="1293368"/>
                  </a:moveTo>
                  <a:cubicBezTo>
                    <a:pt x="3776853" y="1308608"/>
                    <a:pt x="3784219" y="1324102"/>
                    <a:pt x="3791331" y="1339723"/>
                  </a:cubicBezTo>
                  <a:lnTo>
                    <a:pt x="3745230" y="1360932"/>
                  </a:lnTo>
                  <a:cubicBezTo>
                    <a:pt x="3738118" y="1345565"/>
                    <a:pt x="3731006" y="1330452"/>
                    <a:pt x="3723767" y="1315466"/>
                  </a:cubicBezTo>
                  <a:close/>
                  <a:moveTo>
                    <a:pt x="3766693" y="1408557"/>
                  </a:moveTo>
                  <a:cubicBezTo>
                    <a:pt x="3773551" y="1424051"/>
                    <a:pt x="3780282" y="1439799"/>
                    <a:pt x="3786886" y="1455674"/>
                  </a:cubicBezTo>
                  <a:lnTo>
                    <a:pt x="3740023" y="1475359"/>
                  </a:lnTo>
                  <a:cubicBezTo>
                    <a:pt x="3733546" y="1459738"/>
                    <a:pt x="3726815" y="1444371"/>
                    <a:pt x="3720211" y="1429131"/>
                  </a:cubicBezTo>
                  <a:close/>
                  <a:moveTo>
                    <a:pt x="3759835" y="1523619"/>
                  </a:moveTo>
                  <a:cubicBezTo>
                    <a:pt x="3766185" y="1539367"/>
                    <a:pt x="3772408" y="1555242"/>
                    <a:pt x="3778504" y="1571244"/>
                  </a:cubicBezTo>
                  <a:lnTo>
                    <a:pt x="3731006" y="1589405"/>
                  </a:lnTo>
                  <a:cubicBezTo>
                    <a:pt x="3724910" y="1573657"/>
                    <a:pt x="3718814" y="1557909"/>
                    <a:pt x="3712591" y="1542415"/>
                  </a:cubicBezTo>
                  <a:close/>
                  <a:moveTo>
                    <a:pt x="3749167" y="1638046"/>
                  </a:moveTo>
                  <a:cubicBezTo>
                    <a:pt x="3755009" y="1653921"/>
                    <a:pt x="3760724" y="1670050"/>
                    <a:pt x="3766312" y="1686306"/>
                  </a:cubicBezTo>
                  <a:lnTo>
                    <a:pt x="3718306" y="1703070"/>
                  </a:lnTo>
                  <a:cubicBezTo>
                    <a:pt x="3712718" y="1687068"/>
                    <a:pt x="3707130" y="1671320"/>
                    <a:pt x="3701415" y="1655572"/>
                  </a:cubicBezTo>
                  <a:close/>
                  <a:moveTo>
                    <a:pt x="3735070" y="1752219"/>
                  </a:moveTo>
                  <a:cubicBezTo>
                    <a:pt x="3740404" y="1768094"/>
                    <a:pt x="3745611" y="1784223"/>
                    <a:pt x="3750691" y="1800352"/>
                  </a:cubicBezTo>
                  <a:lnTo>
                    <a:pt x="3702304" y="1815719"/>
                  </a:lnTo>
                  <a:cubicBezTo>
                    <a:pt x="3697224" y="1799844"/>
                    <a:pt x="3692144" y="1783969"/>
                    <a:pt x="3686937" y="1768221"/>
                  </a:cubicBezTo>
                  <a:close/>
                  <a:moveTo>
                    <a:pt x="3717544" y="1864614"/>
                  </a:moveTo>
                  <a:cubicBezTo>
                    <a:pt x="3722497" y="1880870"/>
                    <a:pt x="3727323" y="1897126"/>
                    <a:pt x="3732022" y="1913509"/>
                  </a:cubicBezTo>
                  <a:lnTo>
                    <a:pt x="3683254" y="1927606"/>
                  </a:lnTo>
                  <a:cubicBezTo>
                    <a:pt x="3678555" y="1911350"/>
                    <a:pt x="3673856" y="1895348"/>
                    <a:pt x="3669030" y="1879346"/>
                  </a:cubicBezTo>
                  <a:close/>
                  <a:moveTo>
                    <a:pt x="3697478" y="1977898"/>
                  </a:moveTo>
                  <a:cubicBezTo>
                    <a:pt x="3702050" y="1994535"/>
                    <a:pt x="3706495" y="2011299"/>
                    <a:pt x="3710940" y="2028063"/>
                  </a:cubicBezTo>
                  <a:lnTo>
                    <a:pt x="3661791" y="2040890"/>
                  </a:lnTo>
                  <a:cubicBezTo>
                    <a:pt x="3657473" y="2024253"/>
                    <a:pt x="3653028" y="2007743"/>
                    <a:pt x="3648456" y="1991360"/>
                  </a:cubicBezTo>
                  <a:close/>
                  <a:moveTo>
                    <a:pt x="3674364" y="2090293"/>
                  </a:moveTo>
                  <a:cubicBezTo>
                    <a:pt x="3678428" y="2106676"/>
                    <a:pt x="3682365" y="2123059"/>
                    <a:pt x="3686302" y="2139569"/>
                  </a:cubicBezTo>
                  <a:lnTo>
                    <a:pt x="3636899" y="2151253"/>
                  </a:lnTo>
                  <a:cubicBezTo>
                    <a:pt x="3633089" y="2134870"/>
                    <a:pt x="3629152" y="2118614"/>
                    <a:pt x="3625088" y="2102485"/>
                  </a:cubicBezTo>
                  <a:close/>
                  <a:moveTo>
                    <a:pt x="3648456" y="2201672"/>
                  </a:moveTo>
                  <a:cubicBezTo>
                    <a:pt x="3652139" y="2218436"/>
                    <a:pt x="3655822" y="2235200"/>
                    <a:pt x="3659505" y="2252091"/>
                  </a:cubicBezTo>
                  <a:lnTo>
                    <a:pt x="3609848" y="2262632"/>
                  </a:lnTo>
                  <a:cubicBezTo>
                    <a:pt x="3606292" y="2245868"/>
                    <a:pt x="3602736" y="2229358"/>
                    <a:pt x="3598926" y="2212721"/>
                  </a:cubicBezTo>
                  <a:close/>
                  <a:moveTo>
                    <a:pt x="3620262" y="2313559"/>
                  </a:moveTo>
                  <a:cubicBezTo>
                    <a:pt x="3623564" y="2329942"/>
                    <a:pt x="3626739" y="2346452"/>
                    <a:pt x="3629914" y="2363089"/>
                  </a:cubicBezTo>
                  <a:lnTo>
                    <a:pt x="3580003" y="2372487"/>
                  </a:lnTo>
                  <a:cubicBezTo>
                    <a:pt x="3576955" y="2356104"/>
                    <a:pt x="3573780" y="2339721"/>
                    <a:pt x="3570478" y="2323465"/>
                  </a:cubicBezTo>
                  <a:close/>
                  <a:moveTo>
                    <a:pt x="3589274" y="2423033"/>
                  </a:moveTo>
                  <a:cubicBezTo>
                    <a:pt x="3592195" y="2439797"/>
                    <a:pt x="3595116" y="2456561"/>
                    <a:pt x="3598037" y="2473452"/>
                  </a:cubicBezTo>
                  <a:lnTo>
                    <a:pt x="3547872" y="2481834"/>
                  </a:lnTo>
                  <a:cubicBezTo>
                    <a:pt x="3545078" y="2465070"/>
                    <a:pt x="3542157" y="2448433"/>
                    <a:pt x="3539236" y="2431923"/>
                  </a:cubicBezTo>
                  <a:close/>
                  <a:moveTo>
                    <a:pt x="3556127" y="2533269"/>
                  </a:moveTo>
                  <a:cubicBezTo>
                    <a:pt x="3558794" y="2550033"/>
                    <a:pt x="3561334" y="2566924"/>
                    <a:pt x="3563747" y="2583942"/>
                  </a:cubicBezTo>
                  <a:lnTo>
                    <a:pt x="3513455" y="2591308"/>
                  </a:lnTo>
                  <a:cubicBezTo>
                    <a:pt x="3511042" y="2574544"/>
                    <a:pt x="3508502" y="2557780"/>
                    <a:pt x="3505835" y="2541143"/>
                  </a:cubicBezTo>
                  <a:close/>
                  <a:moveTo>
                    <a:pt x="3520567" y="2641854"/>
                  </a:moveTo>
                  <a:cubicBezTo>
                    <a:pt x="3522853" y="2658618"/>
                    <a:pt x="3525012" y="2675382"/>
                    <a:pt x="3527171" y="2692273"/>
                  </a:cubicBezTo>
                  <a:lnTo>
                    <a:pt x="3476752" y="2698623"/>
                  </a:lnTo>
                  <a:cubicBezTo>
                    <a:pt x="3474720" y="2681859"/>
                    <a:pt x="3472434" y="2665222"/>
                    <a:pt x="3470275" y="2648712"/>
                  </a:cubicBezTo>
                  <a:close/>
                  <a:moveTo>
                    <a:pt x="3482975" y="2749931"/>
                  </a:moveTo>
                  <a:cubicBezTo>
                    <a:pt x="3484880" y="2766949"/>
                    <a:pt x="3486785" y="2783967"/>
                    <a:pt x="3488563" y="2801112"/>
                  </a:cubicBezTo>
                  <a:lnTo>
                    <a:pt x="3438017" y="2806446"/>
                  </a:lnTo>
                  <a:cubicBezTo>
                    <a:pt x="3436239" y="2789428"/>
                    <a:pt x="3434334" y="2772537"/>
                    <a:pt x="3432429" y="2755773"/>
                  </a:cubicBezTo>
                  <a:close/>
                  <a:moveTo>
                    <a:pt x="3443224" y="2858008"/>
                  </a:moveTo>
                  <a:cubicBezTo>
                    <a:pt x="3444875" y="2874772"/>
                    <a:pt x="3446399" y="2891536"/>
                    <a:pt x="3447796" y="2908300"/>
                  </a:cubicBezTo>
                  <a:lnTo>
                    <a:pt x="3397123" y="2912618"/>
                  </a:lnTo>
                  <a:cubicBezTo>
                    <a:pt x="3395726" y="2895981"/>
                    <a:pt x="3394202" y="2879344"/>
                    <a:pt x="3392551" y="2862707"/>
                  </a:cubicBezTo>
                  <a:close/>
                  <a:moveTo>
                    <a:pt x="3401187" y="2963672"/>
                  </a:moveTo>
                  <a:cubicBezTo>
                    <a:pt x="3402457" y="2980563"/>
                    <a:pt x="3403727" y="2997581"/>
                    <a:pt x="3404870" y="3014599"/>
                  </a:cubicBezTo>
                  <a:lnTo>
                    <a:pt x="3354197" y="3018028"/>
                  </a:lnTo>
                  <a:cubicBezTo>
                    <a:pt x="3353054" y="3001137"/>
                    <a:pt x="3351911" y="2984373"/>
                    <a:pt x="3350514" y="2967482"/>
                  </a:cubicBezTo>
                  <a:close/>
                  <a:moveTo>
                    <a:pt x="3357372" y="3069717"/>
                  </a:moveTo>
                  <a:cubicBezTo>
                    <a:pt x="3358388" y="3086862"/>
                    <a:pt x="3359277" y="3104007"/>
                    <a:pt x="3360039" y="3121152"/>
                  </a:cubicBezTo>
                  <a:lnTo>
                    <a:pt x="3309239" y="3123565"/>
                  </a:lnTo>
                  <a:cubicBezTo>
                    <a:pt x="3308477" y="3106547"/>
                    <a:pt x="3307461" y="3089529"/>
                    <a:pt x="3306572" y="3072511"/>
                  </a:cubicBezTo>
                  <a:close/>
                  <a:moveTo>
                    <a:pt x="3311525" y="3174492"/>
                  </a:moveTo>
                  <a:cubicBezTo>
                    <a:pt x="3312160" y="3191383"/>
                    <a:pt x="3312795" y="3208274"/>
                    <a:pt x="3313303" y="3225165"/>
                  </a:cubicBezTo>
                  <a:lnTo>
                    <a:pt x="3262503" y="3226689"/>
                  </a:lnTo>
                  <a:cubicBezTo>
                    <a:pt x="3261995" y="3209925"/>
                    <a:pt x="3261360" y="3193161"/>
                    <a:pt x="3260725" y="3176397"/>
                  </a:cubicBezTo>
                  <a:close/>
                  <a:moveTo>
                    <a:pt x="3263773" y="3278124"/>
                  </a:moveTo>
                  <a:cubicBezTo>
                    <a:pt x="3264154" y="3295142"/>
                    <a:pt x="3264408" y="3312287"/>
                    <a:pt x="3264662" y="3329305"/>
                  </a:cubicBezTo>
                  <a:lnTo>
                    <a:pt x="3213862" y="3329940"/>
                  </a:lnTo>
                  <a:cubicBezTo>
                    <a:pt x="3213608" y="3312922"/>
                    <a:pt x="3213354" y="3296031"/>
                    <a:pt x="3212973" y="3279140"/>
                  </a:cubicBezTo>
                  <a:close/>
                  <a:moveTo>
                    <a:pt x="3214243" y="3381883"/>
                  </a:moveTo>
                  <a:cubicBezTo>
                    <a:pt x="3214243" y="3387217"/>
                    <a:pt x="3214243" y="3392551"/>
                    <a:pt x="3214243" y="3397885"/>
                  </a:cubicBezTo>
                  <a:lnTo>
                    <a:pt x="3188843" y="3397885"/>
                  </a:lnTo>
                  <a:lnTo>
                    <a:pt x="3214243" y="3397885"/>
                  </a:lnTo>
                  <a:cubicBezTo>
                    <a:pt x="3214243" y="3409696"/>
                    <a:pt x="3214243" y="3421634"/>
                    <a:pt x="3214116" y="3433445"/>
                  </a:cubicBezTo>
                  <a:lnTo>
                    <a:pt x="3163316" y="3433191"/>
                  </a:lnTo>
                  <a:cubicBezTo>
                    <a:pt x="3163443" y="3421507"/>
                    <a:pt x="3163443" y="3409696"/>
                    <a:pt x="3163443" y="3398012"/>
                  </a:cubicBezTo>
                  <a:cubicBezTo>
                    <a:pt x="3163443" y="3392678"/>
                    <a:pt x="3163443" y="3387344"/>
                    <a:pt x="3163443" y="3382137"/>
                  </a:cubicBezTo>
                  <a:close/>
                  <a:moveTo>
                    <a:pt x="3162808" y="3485134"/>
                  </a:moveTo>
                  <a:cubicBezTo>
                    <a:pt x="3162554" y="3502279"/>
                    <a:pt x="3162173" y="3519297"/>
                    <a:pt x="3161792" y="3536315"/>
                  </a:cubicBezTo>
                  <a:lnTo>
                    <a:pt x="3110992" y="3535045"/>
                  </a:lnTo>
                  <a:cubicBezTo>
                    <a:pt x="3111373" y="3518154"/>
                    <a:pt x="3111754" y="3501263"/>
                    <a:pt x="3112008" y="3484372"/>
                  </a:cubicBezTo>
                  <a:close/>
                  <a:moveTo>
                    <a:pt x="3109468" y="3586353"/>
                  </a:moveTo>
                  <a:cubicBezTo>
                    <a:pt x="3108960" y="3603244"/>
                    <a:pt x="3108198" y="3620135"/>
                    <a:pt x="3107563" y="3637026"/>
                  </a:cubicBezTo>
                  <a:lnTo>
                    <a:pt x="3056763" y="3634867"/>
                  </a:lnTo>
                  <a:cubicBezTo>
                    <a:pt x="3057525" y="3618230"/>
                    <a:pt x="3058160" y="3601466"/>
                    <a:pt x="3058668" y="3584702"/>
                  </a:cubicBezTo>
                  <a:close/>
                  <a:moveTo>
                    <a:pt x="3054350" y="3686175"/>
                  </a:moveTo>
                  <a:cubicBezTo>
                    <a:pt x="3053461" y="3703320"/>
                    <a:pt x="3052445" y="3720592"/>
                    <a:pt x="3051429" y="3737610"/>
                  </a:cubicBezTo>
                  <a:lnTo>
                    <a:pt x="3000756" y="3734562"/>
                  </a:lnTo>
                  <a:cubicBezTo>
                    <a:pt x="3001772" y="3717671"/>
                    <a:pt x="3002788" y="3700653"/>
                    <a:pt x="3003677" y="3683635"/>
                  </a:cubicBezTo>
                  <a:close/>
                  <a:moveTo>
                    <a:pt x="2997454" y="3786251"/>
                  </a:moveTo>
                  <a:cubicBezTo>
                    <a:pt x="2996311" y="3803269"/>
                    <a:pt x="2994914" y="3820160"/>
                    <a:pt x="2993644" y="3837051"/>
                  </a:cubicBezTo>
                  <a:lnTo>
                    <a:pt x="2942971" y="3832987"/>
                  </a:lnTo>
                  <a:cubicBezTo>
                    <a:pt x="2944368" y="3816223"/>
                    <a:pt x="2945638" y="3799459"/>
                    <a:pt x="2946781" y="3782568"/>
                  </a:cubicBezTo>
                  <a:close/>
                  <a:moveTo>
                    <a:pt x="2938653" y="3883914"/>
                  </a:moveTo>
                  <a:cubicBezTo>
                    <a:pt x="2937129" y="3900678"/>
                    <a:pt x="2935605" y="3917569"/>
                    <a:pt x="2933954" y="3934206"/>
                  </a:cubicBezTo>
                  <a:lnTo>
                    <a:pt x="2883408" y="3929253"/>
                  </a:lnTo>
                  <a:cubicBezTo>
                    <a:pt x="2885059" y="3912743"/>
                    <a:pt x="2886583" y="3896106"/>
                    <a:pt x="2888107" y="3879469"/>
                  </a:cubicBezTo>
                  <a:close/>
                  <a:moveTo>
                    <a:pt x="2877947" y="3981196"/>
                  </a:moveTo>
                  <a:cubicBezTo>
                    <a:pt x="2876042" y="3998214"/>
                    <a:pt x="2874137" y="4015232"/>
                    <a:pt x="2872105" y="4032250"/>
                  </a:cubicBezTo>
                  <a:lnTo>
                    <a:pt x="2821686" y="4026281"/>
                  </a:lnTo>
                  <a:cubicBezTo>
                    <a:pt x="2823718" y="4009517"/>
                    <a:pt x="2825623" y="3992626"/>
                    <a:pt x="2827401" y="3975735"/>
                  </a:cubicBezTo>
                  <a:close/>
                  <a:moveTo>
                    <a:pt x="2815336" y="4077462"/>
                  </a:moveTo>
                  <a:cubicBezTo>
                    <a:pt x="2813177" y="4094226"/>
                    <a:pt x="2810891" y="4110990"/>
                    <a:pt x="2808605" y="4127754"/>
                  </a:cubicBezTo>
                  <a:lnTo>
                    <a:pt x="2758313" y="4120769"/>
                  </a:lnTo>
                  <a:cubicBezTo>
                    <a:pt x="2760599" y="4104259"/>
                    <a:pt x="2762885" y="4087622"/>
                    <a:pt x="2765044" y="4070985"/>
                  </a:cubicBezTo>
                  <a:close/>
                  <a:moveTo>
                    <a:pt x="2751074" y="4171188"/>
                  </a:moveTo>
                  <a:cubicBezTo>
                    <a:pt x="2748534" y="4188333"/>
                    <a:pt x="2745867" y="4205351"/>
                    <a:pt x="2743200" y="4222369"/>
                  </a:cubicBezTo>
                  <a:lnTo>
                    <a:pt x="2693035" y="4214368"/>
                  </a:lnTo>
                  <a:cubicBezTo>
                    <a:pt x="2695702" y="4197604"/>
                    <a:pt x="2698369" y="4180713"/>
                    <a:pt x="2700909" y="4163695"/>
                  </a:cubicBezTo>
                  <a:close/>
                  <a:moveTo>
                    <a:pt x="2684526" y="4265549"/>
                  </a:moveTo>
                  <a:cubicBezTo>
                    <a:pt x="2681605" y="4282440"/>
                    <a:pt x="2678684" y="4299204"/>
                    <a:pt x="2675636" y="4315841"/>
                  </a:cubicBezTo>
                  <a:lnTo>
                    <a:pt x="2625598" y="4306697"/>
                  </a:lnTo>
                  <a:cubicBezTo>
                    <a:pt x="2628646" y="4290187"/>
                    <a:pt x="2631567" y="4273550"/>
                    <a:pt x="2634361" y="4256913"/>
                  </a:cubicBezTo>
                  <a:close/>
                  <a:moveTo>
                    <a:pt x="2616073" y="4356989"/>
                  </a:moveTo>
                  <a:cubicBezTo>
                    <a:pt x="2612898" y="4373499"/>
                    <a:pt x="2609596" y="4390009"/>
                    <a:pt x="2606294" y="4406519"/>
                  </a:cubicBezTo>
                  <a:lnTo>
                    <a:pt x="2556510" y="4396359"/>
                  </a:lnTo>
                  <a:cubicBezTo>
                    <a:pt x="2559812" y="4380103"/>
                    <a:pt x="2563114" y="4363847"/>
                    <a:pt x="2566289" y="4347464"/>
                  </a:cubicBezTo>
                  <a:close/>
                  <a:moveTo>
                    <a:pt x="2545715" y="4447667"/>
                  </a:moveTo>
                  <a:cubicBezTo>
                    <a:pt x="2542032" y="4464558"/>
                    <a:pt x="2538349" y="4481195"/>
                    <a:pt x="2534539" y="4497832"/>
                  </a:cubicBezTo>
                  <a:lnTo>
                    <a:pt x="2485009" y="4486529"/>
                  </a:lnTo>
                  <a:cubicBezTo>
                    <a:pt x="2488819" y="4470019"/>
                    <a:pt x="2492502" y="4453509"/>
                    <a:pt x="2496058" y="4436872"/>
                  </a:cubicBezTo>
                  <a:close/>
                  <a:moveTo>
                    <a:pt x="2473198" y="4536694"/>
                  </a:moveTo>
                  <a:cubicBezTo>
                    <a:pt x="2469261" y="4553204"/>
                    <a:pt x="2465197" y="4569460"/>
                    <a:pt x="2461006" y="4585843"/>
                  </a:cubicBezTo>
                  <a:lnTo>
                    <a:pt x="2411730" y="4573397"/>
                  </a:lnTo>
                  <a:cubicBezTo>
                    <a:pt x="2415794" y="4557268"/>
                    <a:pt x="2419858" y="4541139"/>
                    <a:pt x="2423668" y="4524883"/>
                  </a:cubicBezTo>
                  <a:close/>
                  <a:moveTo>
                    <a:pt x="2398776" y="4623181"/>
                  </a:moveTo>
                  <a:cubicBezTo>
                    <a:pt x="2394331" y="4639945"/>
                    <a:pt x="2389759" y="4656582"/>
                    <a:pt x="2385060" y="4673219"/>
                  </a:cubicBezTo>
                  <a:lnTo>
                    <a:pt x="2336165" y="4659503"/>
                  </a:lnTo>
                  <a:cubicBezTo>
                    <a:pt x="2340737" y="4643120"/>
                    <a:pt x="2345182" y="4626737"/>
                    <a:pt x="2349627" y="4610100"/>
                  </a:cubicBezTo>
                  <a:close/>
                  <a:moveTo>
                    <a:pt x="2321814" y="4709414"/>
                  </a:moveTo>
                  <a:cubicBezTo>
                    <a:pt x="2316988" y="4725797"/>
                    <a:pt x="2312162" y="4741926"/>
                    <a:pt x="2307209" y="4758055"/>
                  </a:cubicBezTo>
                  <a:lnTo>
                    <a:pt x="2258695" y="4743069"/>
                  </a:lnTo>
                  <a:cubicBezTo>
                    <a:pt x="2263648" y="4727194"/>
                    <a:pt x="2268474" y="4711192"/>
                    <a:pt x="2273173" y="4695063"/>
                  </a:cubicBezTo>
                  <a:close/>
                  <a:moveTo>
                    <a:pt x="2243328" y="4791710"/>
                  </a:moveTo>
                  <a:cubicBezTo>
                    <a:pt x="2238121" y="4807966"/>
                    <a:pt x="2232787" y="4824095"/>
                    <a:pt x="2227326" y="4840097"/>
                  </a:cubicBezTo>
                  <a:lnTo>
                    <a:pt x="2179193" y="4823841"/>
                  </a:lnTo>
                  <a:cubicBezTo>
                    <a:pt x="2184527" y="4808093"/>
                    <a:pt x="2189734" y="4792218"/>
                    <a:pt x="2194941" y="4776089"/>
                  </a:cubicBezTo>
                  <a:close/>
                  <a:moveTo>
                    <a:pt x="2162175" y="4872863"/>
                  </a:moveTo>
                  <a:cubicBezTo>
                    <a:pt x="2156460" y="4888992"/>
                    <a:pt x="2150618" y="4905121"/>
                    <a:pt x="2144776" y="4920996"/>
                  </a:cubicBezTo>
                  <a:lnTo>
                    <a:pt x="2097151" y="4903343"/>
                  </a:lnTo>
                  <a:cubicBezTo>
                    <a:pt x="2102993" y="4887722"/>
                    <a:pt x="2108708" y="4871847"/>
                    <a:pt x="2114296" y="4855972"/>
                  </a:cubicBezTo>
                  <a:close/>
                  <a:moveTo>
                    <a:pt x="2078609" y="4951984"/>
                  </a:moveTo>
                  <a:cubicBezTo>
                    <a:pt x="2072386" y="4967986"/>
                    <a:pt x="2066036" y="4983861"/>
                    <a:pt x="2059686" y="4999609"/>
                  </a:cubicBezTo>
                  <a:lnTo>
                    <a:pt x="2012696" y="4980432"/>
                  </a:lnTo>
                  <a:cubicBezTo>
                    <a:pt x="2019046" y="4964938"/>
                    <a:pt x="2025142" y="4949317"/>
                    <a:pt x="2031365" y="4933569"/>
                  </a:cubicBezTo>
                  <a:close/>
                  <a:moveTo>
                    <a:pt x="1992757" y="5028438"/>
                  </a:moveTo>
                  <a:cubicBezTo>
                    <a:pt x="1986026" y="5044313"/>
                    <a:pt x="1979168" y="5059934"/>
                    <a:pt x="1972310" y="5075428"/>
                  </a:cubicBezTo>
                  <a:lnTo>
                    <a:pt x="1925955" y="5054727"/>
                  </a:lnTo>
                  <a:cubicBezTo>
                    <a:pt x="1932813" y="5039487"/>
                    <a:pt x="1939417" y="5024120"/>
                    <a:pt x="1946148" y="5008626"/>
                  </a:cubicBezTo>
                  <a:close/>
                  <a:moveTo>
                    <a:pt x="1904365" y="5102225"/>
                  </a:moveTo>
                  <a:cubicBezTo>
                    <a:pt x="1896999" y="5117846"/>
                    <a:pt x="1889633" y="5133213"/>
                    <a:pt x="1882140" y="5148453"/>
                  </a:cubicBezTo>
                  <a:lnTo>
                    <a:pt x="1836547" y="5125974"/>
                  </a:lnTo>
                  <a:cubicBezTo>
                    <a:pt x="1843913" y="5110988"/>
                    <a:pt x="1851152" y="5095875"/>
                    <a:pt x="1858391" y="5080635"/>
                  </a:cubicBezTo>
                  <a:close/>
                  <a:moveTo>
                    <a:pt x="1813052" y="5172710"/>
                  </a:moveTo>
                  <a:cubicBezTo>
                    <a:pt x="1805178" y="5188077"/>
                    <a:pt x="1797177" y="5203190"/>
                    <a:pt x="1789049" y="5218049"/>
                  </a:cubicBezTo>
                  <a:lnTo>
                    <a:pt x="1744345" y="5193792"/>
                  </a:lnTo>
                  <a:cubicBezTo>
                    <a:pt x="1752219" y="5179187"/>
                    <a:pt x="1760093" y="5164328"/>
                    <a:pt x="1767840" y="5149342"/>
                  </a:cubicBezTo>
                  <a:close/>
                  <a:moveTo>
                    <a:pt x="1718818" y="5239512"/>
                  </a:moveTo>
                  <a:cubicBezTo>
                    <a:pt x="1710309" y="5254498"/>
                    <a:pt x="1701546" y="5269230"/>
                    <a:pt x="1692783" y="5283835"/>
                  </a:cubicBezTo>
                  <a:lnTo>
                    <a:pt x="1649222" y="5257673"/>
                  </a:lnTo>
                  <a:cubicBezTo>
                    <a:pt x="1657731" y="5243449"/>
                    <a:pt x="1666240" y="5228971"/>
                    <a:pt x="1674622" y="5214366"/>
                  </a:cubicBezTo>
                  <a:close/>
                  <a:moveTo>
                    <a:pt x="1621536" y="5302377"/>
                  </a:moveTo>
                  <a:cubicBezTo>
                    <a:pt x="1612265" y="5316982"/>
                    <a:pt x="1602867" y="5331333"/>
                    <a:pt x="1593342" y="5345430"/>
                  </a:cubicBezTo>
                  <a:lnTo>
                    <a:pt x="1551178" y="5317109"/>
                  </a:lnTo>
                  <a:cubicBezTo>
                    <a:pt x="1560449" y="5303393"/>
                    <a:pt x="1569593" y="5289423"/>
                    <a:pt x="1578610" y="5275199"/>
                  </a:cubicBezTo>
                  <a:close/>
                  <a:moveTo>
                    <a:pt x="1521206" y="5360670"/>
                  </a:moveTo>
                  <a:cubicBezTo>
                    <a:pt x="1511046" y="5374894"/>
                    <a:pt x="1500886" y="5388864"/>
                    <a:pt x="1490472" y="5402453"/>
                  </a:cubicBezTo>
                  <a:lnTo>
                    <a:pt x="1449959" y="5371846"/>
                  </a:lnTo>
                  <a:cubicBezTo>
                    <a:pt x="1459992" y="5358638"/>
                    <a:pt x="1469898" y="5345049"/>
                    <a:pt x="1479804" y="5331206"/>
                  </a:cubicBezTo>
                  <a:close/>
                  <a:moveTo>
                    <a:pt x="1417447" y="5413502"/>
                  </a:moveTo>
                  <a:cubicBezTo>
                    <a:pt x="1406525" y="5427091"/>
                    <a:pt x="1395476" y="5440299"/>
                    <a:pt x="1384300" y="5453253"/>
                  </a:cubicBezTo>
                  <a:lnTo>
                    <a:pt x="1345819" y="5420106"/>
                  </a:lnTo>
                  <a:cubicBezTo>
                    <a:pt x="1356614" y="5407660"/>
                    <a:pt x="1367282" y="5394833"/>
                    <a:pt x="1377823" y="5381752"/>
                  </a:cubicBezTo>
                  <a:close/>
                  <a:moveTo>
                    <a:pt x="1310132" y="5459984"/>
                  </a:moveTo>
                  <a:cubicBezTo>
                    <a:pt x="1298321" y="5472684"/>
                    <a:pt x="1286510" y="5485003"/>
                    <a:pt x="1274445" y="5497068"/>
                  </a:cubicBezTo>
                  <a:lnTo>
                    <a:pt x="1238504" y="5461127"/>
                  </a:lnTo>
                  <a:cubicBezTo>
                    <a:pt x="1250061" y="5449570"/>
                    <a:pt x="1261491" y="5437759"/>
                    <a:pt x="1272794" y="5425440"/>
                  </a:cubicBezTo>
                  <a:close/>
                  <a:moveTo>
                    <a:pt x="1199515" y="5498592"/>
                  </a:moveTo>
                  <a:cubicBezTo>
                    <a:pt x="1186688" y="5510403"/>
                    <a:pt x="1173607" y="5521833"/>
                    <a:pt x="1160526" y="5532882"/>
                  </a:cubicBezTo>
                  <a:lnTo>
                    <a:pt x="1127887" y="5494020"/>
                  </a:lnTo>
                  <a:cubicBezTo>
                    <a:pt x="1140460" y="5483479"/>
                    <a:pt x="1152779" y="5472557"/>
                    <a:pt x="1165225" y="5461254"/>
                  </a:cubicBezTo>
                  <a:close/>
                  <a:moveTo>
                    <a:pt x="1085850" y="5527802"/>
                  </a:moveTo>
                  <a:cubicBezTo>
                    <a:pt x="1071753" y="5538470"/>
                    <a:pt x="1057656" y="5548630"/>
                    <a:pt x="1043305" y="5558409"/>
                  </a:cubicBezTo>
                  <a:lnTo>
                    <a:pt x="1014730" y="5516372"/>
                  </a:lnTo>
                  <a:cubicBezTo>
                    <a:pt x="1028319" y="5507101"/>
                    <a:pt x="1041654" y="5497449"/>
                    <a:pt x="1054989" y="5487289"/>
                  </a:cubicBezTo>
                  <a:close/>
                  <a:moveTo>
                    <a:pt x="968502" y="5546090"/>
                  </a:moveTo>
                  <a:cubicBezTo>
                    <a:pt x="953516" y="5555107"/>
                    <a:pt x="938276" y="5563616"/>
                    <a:pt x="923036" y="5571617"/>
                  </a:cubicBezTo>
                  <a:lnTo>
                    <a:pt x="899541" y="5526532"/>
                  </a:lnTo>
                  <a:cubicBezTo>
                    <a:pt x="913892" y="5519039"/>
                    <a:pt x="928116" y="5511038"/>
                    <a:pt x="942340" y="5502529"/>
                  </a:cubicBezTo>
                  <a:close/>
                  <a:moveTo>
                    <a:pt x="849630" y="5550789"/>
                  </a:moveTo>
                  <a:cubicBezTo>
                    <a:pt x="833501" y="5557901"/>
                    <a:pt x="817245" y="5564505"/>
                    <a:pt x="800862" y="5570347"/>
                  </a:cubicBezTo>
                  <a:lnTo>
                    <a:pt x="783590" y="5522595"/>
                  </a:lnTo>
                  <a:cubicBezTo>
                    <a:pt x="798830" y="5517134"/>
                    <a:pt x="814070" y="5511038"/>
                    <a:pt x="829183" y="5504307"/>
                  </a:cubicBezTo>
                  <a:close/>
                  <a:moveTo>
                    <a:pt x="730250" y="5539867"/>
                  </a:moveTo>
                  <a:cubicBezTo>
                    <a:pt x="713232" y="5544566"/>
                    <a:pt x="696214" y="5548757"/>
                    <a:pt x="679069" y="5552186"/>
                  </a:cubicBezTo>
                  <a:lnTo>
                    <a:pt x="669163" y="5502402"/>
                  </a:lnTo>
                  <a:cubicBezTo>
                    <a:pt x="685038" y="5499227"/>
                    <a:pt x="700913" y="5495417"/>
                    <a:pt x="716534" y="5491099"/>
                  </a:cubicBezTo>
                  <a:close/>
                  <a:moveTo>
                    <a:pt x="613156" y="5511673"/>
                  </a:moveTo>
                  <a:cubicBezTo>
                    <a:pt x="595757" y="5513705"/>
                    <a:pt x="578231" y="5515102"/>
                    <a:pt x="560578" y="5515737"/>
                  </a:cubicBezTo>
                  <a:lnTo>
                    <a:pt x="558673" y="5464937"/>
                  </a:lnTo>
                  <a:cubicBezTo>
                    <a:pt x="574929" y="5464302"/>
                    <a:pt x="591058" y="5463032"/>
                    <a:pt x="607187" y="5461127"/>
                  </a:cubicBezTo>
                  <a:close/>
                  <a:moveTo>
                    <a:pt x="501650" y="5465064"/>
                  </a:moveTo>
                  <a:cubicBezTo>
                    <a:pt x="483997" y="5464302"/>
                    <a:pt x="466471" y="5462905"/>
                    <a:pt x="449072" y="5460746"/>
                  </a:cubicBezTo>
                  <a:lnTo>
                    <a:pt x="455295" y="5410327"/>
                  </a:lnTo>
                  <a:cubicBezTo>
                    <a:pt x="471424" y="5412359"/>
                    <a:pt x="487553" y="5413629"/>
                    <a:pt x="503809" y="5414391"/>
                  </a:cubicBezTo>
                  <a:close/>
                  <a:moveTo>
                    <a:pt x="399161" y="5401437"/>
                  </a:moveTo>
                  <a:cubicBezTo>
                    <a:pt x="382016" y="5397881"/>
                    <a:pt x="364998" y="5393690"/>
                    <a:pt x="347980" y="5388864"/>
                  </a:cubicBezTo>
                  <a:lnTo>
                    <a:pt x="361950" y="5339969"/>
                  </a:lnTo>
                  <a:cubicBezTo>
                    <a:pt x="377698" y="5344414"/>
                    <a:pt x="393446" y="5348351"/>
                    <a:pt x="409321" y="5351526"/>
                  </a:cubicBezTo>
                  <a:close/>
                  <a:moveTo>
                    <a:pt x="308229" y="5322697"/>
                  </a:moveTo>
                  <a:cubicBezTo>
                    <a:pt x="291846" y="5316728"/>
                    <a:pt x="275590" y="5310124"/>
                    <a:pt x="259588" y="5302885"/>
                  </a:cubicBezTo>
                  <a:lnTo>
                    <a:pt x="280289" y="5256530"/>
                  </a:lnTo>
                  <a:cubicBezTo>
                    <a:pt x="295402" y="5263261"/>
                    <a:pt x="310515" y="5269357"/>
                    <a:pt x="325755" y="5274945"/>
                  </a:cubicBezTo>
                  <a:close/>
                  <a:moveTo>
                    <a:pt x="229870" y="5232146"/>
                  </a:moveTo>
                  <a:cubicBezTo>
                    <a:pt x="214630" y="5224145"/>
                    <a:pt x="199517" y="5215509"/>
                    <a:pt x="184531" y="5206492"/>
                  </a:cubicBezTo>
                  <a:lnTo>
                    <a:pt x="210947" y="5163058"/>
                  </a:lnTo>
                  <a:cubicBezTo>
                    <a:pt x="225044" y="5171694"/>
                    <a:pt x="239268" y="5179695"/>
                    <a:pt x="253619" y="5187315"/>
                  </a:cubicBezTo>
                  <a:close/>
                  <a:moveTo>
                    <a:pt x="164465" y="5133340"/>
                  </a:moveTo>
                  <a:cubicBezTo>
                    <a:pt x="150241" y="5123561"/>
                    <a:pt x="136144" y="5113274"/>
                    <a:pt x="122174" y="5102606"/>
                  </a:cubicBezTo>
                  <a:lnTo>
                    <a:pt x="153035" y="5062220"/>
                  </a:lnTo>
                  <a:cubicBezTo>
                    <a:pt x="166370" y="5072380"/>
                    <a:pt x="179705" y="5082159"/>
                    <a:pt x="193294" y="5091430"/>
                  </a:cubicBezTo>
                  <a:close/>
                  <a:moveTo>
                    <a:pt x="110617" y="5028184"/>
                  </a:moveTo>
                  <a:cubicBezTo>
                    <a:pt x="97536" y="5017135"/>
                    <a:pt x="84582" y="5005705"/>
                    <a:pt x="71755" y="4993894"/>
                  </a:cubicBezTo>
                  <a:lnTo>
                    <a:pt x="106172" y="4956556"/>
                  </a:lnTo>
                  <a:cubicBezTo>
                    <a:pt x="118491" y="4967859"/>
                    <a:pt x="130810" y="4978908"/>
                    <a:pt x="143383" y="4989449"/>
                  </a:cubicBezTo>
                  <a:close/>
                  <a:moveTo>
                    <a:pt x="67056" y="4918964"/>
                  </a:moveTo>
                  <a:cubicBezTo>
                    <a:pt x="55118" y="4906899"/>
                    <a:pt x="43180" y="4894580"/>
                    <a:pt x="31496" y="4881753"/>
                  </a:cubicBezTo>
                  <a:lnTo>
                    <a:pt x="68834" y="4847336"/>
                  </a:lnTo>
                  <a:cubicBezTo>
                    <a:pt x="80137" y="4859655"/>
                    <a:pt x="91567" y="4871593"/>
                    <a:pt x="103124" y="4883150"/>
                  </a:cubicBezTo>
                  <a:close/>
                  <a:moveTo>
                    <a:pt x="33147" y="4807331"/>
                  </a:moveTo>
                  <a:cubicBezTo>
                    <a:pt x="21971" y="4794377"/>
                    <a:pt x="10922" y="4781042"/>
                    <a:pt x="0" y="4767453"/>
                  </a:cubicBezTo>
                  <a:lnTo>
                    <a:pt x="2558542" y="4978400"/>
                  </a:lnTo>
                  <a:cubicBezTo>
                    <a:pt x="2569083" y="4991608"/>
                    <a:pt x="2579751" y="5004435"/>
                    <a:pt x="2590546" y="5016881"/>
                  </a:cubicBezTo>
                  <a:close/>
                  <a:moveTo>
                    <a:pt x="2525903" y="4936490"/>
                  </a:moveTo>
                  <a:cubicBezTo>
                    <a:pt x="2515616" y="4922774"/>
                    <a:pt x="2505329" y="4908804"/>
                    <a:pt x="2495296" y="4894580"/>
                  </a:cubicBezTo>
                  <a:lnTo>
                    <a:pt x="2536698" y="4865243"/>
                  </a:lnTo>
                  <a:cubicBezTo>
                    <a:pt x="2546477" y="4879086"/>
                    <a:pt x="2556510" y="4892675"/>
                    <a:pt x="2566416" y="4906010"/>
                  </a:cubicBezTo>
                  <a:close/>
                  <a:moveTo>
                    <a:pt x="2506599" y="4821682"/>
                  </a:moveTo>
                  <a:cubicBezTo>
                    <a:pt x="2497201" y="4807585"/>
                    <a:pt x="2487803" y="4793234"/>
                    <a:pt x="2478532" y="4778629"/>
                  </a:cubicBezTo>
                  <a:lnTo>
                    <a:pt x="2521458" y="4751451"/>
                  </a:lnTo>
                  <a:cubicBezTo>
                    <a:pt x="2530475" y="4765675"/>
                    <a:pt x="2539619" y="4779772"/>
                    <a:pt x="2548763" y="4793488"/>
                  </a:cubicBezTo>
                  <a:close/>
                  <a:moveTo>
                    <a:pt x="2493772" y="4706620"/>
                  </a:moveTo>
                  <a:cubicBezTo>
                    <a:pt x="2485009" y="4692015"/>
                    <a:pt x="2476373" y="4677283"/>
                    <a:pt x="2467864" y="4662297"/>
                  </a:cubicBezTo>
                  <a:lnTo>
                    <a:pt x="2512060" y="4637151"/>
                  </a:lnTo>
                  <a:cubicBezTo>
                    <a:pt x="2520442" y="4651883"/>
                    <a:pt x="2528824" y="4666234"/>
                    <a:pt x="2537460" y="4680458"/>
                  </a:cubicBezTo>
                  <a:close/>
                  <a:moveTo>
                    <a:pt x="2486660" y="4591177"/>
                  </a:moveTo>
                  <a:cubicBezTo>
                    <a:pt x="2478532" y="4576191"/>
                    <a:pt x="2470658" y="4561078"/>
                    <a:pt x="2462657" y="4545838"/>
                  </a:cubicBezTo>
                  <a:lnTo>
                    <a:pt x="2507869" y="4522597"/>
                  </a:lnTo>
                  <a:cubicBezTo>
                    <a:pt x="2515616" y="4537583"/>
                    <a:pt x="2523490" y="4552442"/>
                    <a:pt x="2531364" y="4567047"/>
                  </a:cubicBezTo>
                  <a:close/>
                  <a:moveTo>
                    <a:pt x="2484374" y="4475861"/>
                  </a:moveTo>
                  <a:cubicBezTo>
                    <a:pt x="2476881" y="4460621"/>
                    <a:pt x="2469515" y="4445254"/>
                    <a:pt x="2462276" y="4429633"/>
                  </a:cubicBezTo>
                  <a:lnTo>
                    <a:pt x="2508250" y="4408170"/>
                  </a:lnTo>
                  <a:cubicBezTo>
                    <a:pt x="2515362" y="4423537"/>
                    <a:pt x="2522601" y="4438650"/>
                    <a:pt x="2529967" y="4453509"/>
                  </a:cubicBezTo>
                  <a:close/>
                  <a:moveTo>
                    <a:pt x="2486533" y="4360672"/>
                  </a:moveTo>
                  <a:cubicBezTo>
                    <a:pt x="2479675" y="4345178"/>
                    <a:pt x="2472817" y="4329557"/>
                    <a:pt x="2466086" y="4313682"/>
                  </a:cubicBezTo>
                  <a:lnTo>
                    <a:pt x="2512822" y="4293743"/>
                  </a:lnTo>
                  <a:cubicBezTo>
                    <a:pt x="2519426" y="4309237"/>
                    <a:pt x="2526157" y="4324731"/>
                    <a:pt x="2532888" y="4339971"/>
                  </a:cubicBezTo>
                  <a:close/>
                  <a:moveTo>
                    <a:pt x="2492756" y="4245737"/>
                  </a:moveTo>
                  <a:cubicBezTo>
                    <a:pt x="2486406" y="4229989"/>
                    <a:pt x="2480056" y="4214114"/>
                    <a:pt x="2473833" y="4198112"/>
                  </a:cubicBezTo>
                  <a:lnTo>
                    <a:pt x="2521204" y="4179697"/>
                  </a:lnTo>
                  <a:cubicBezTo>
                    <a:pt x="2527300" y="4195445"/>
                    <a:pt x="2533523" y="4211066"/>
                    <a:pt x="2539746" y="4226560"/>
                  </a:cubicBezTo>
                  <a:close/>
                  <a:moveTo>
                    <a:pt x="2502789" y="4131056"/>
                  </a:moveTo>
                  <a:cubicBezTo>
                    <a:pt x="2496947" y="4115181"/>
                    <a:pt x="2491105" y="4099052"/>
                    <a:pt x="2485390" y="4082923"/>
                  </a:cubicBezTo>
                  <a:lnTo>
                    <a:pt x="2533269" y="4066032"/>
                  </a:lnTo>
                  <a:cubicBezTo>
                    <a:pt x="2538857" y="4082034"/>
                    <a:pt x="2544572" y="4097782"/>
                    <a:pt x="2550414" y="4113403"/>
                  </a:cubicBezTo>
                  <a:close/>
                  <a:moveTo>
                    <a:pt x="2516378" y="4016883"/>
                  </a:moveTo>
                  <a:cubicBezTo>
                    <a:pt x="2511044" y="4000881"/>
                    <a:pt x="2505710" y="3984752"/>
                    <a:pt x="2500503" y="3968496"/>
                  </a:cubicBezTo>
                  <a:lnTo>
                    <a:pt x="2548890" y="3952875"/>
                  </a:lnTo>
                  <a:cubicBezTo>
                    <a:pt x="2554097" y="3968877"/>
                    <a:pt x="2559304" y="3984752"/>
                    <a:pt x="2564638" y="4000500"/>
                  </a:cubicBezTo>
                  <a:close/>
                  <a:moveTo>
                    <a:pt x="2533650" y="3904107"/>
                  </a:moveTo>
                  <a:cubicBezTo>
                    <a:pt x="2528697" y="3887978"/>
                    <a:pt x="2523871" y="3871722"/>
                    <a:pt x="2519045" y="3855339"/>
                  </a:cubicBezTo>
                  <a:lnTo>
                    <a:pt x="2567813" y="3841115"/>
                  </a:lnTo>
                  <a:cubicBezTo>
                    <a:pt x="2572512" y="3857244"/>
                    <a:pt x="2577338" y="3873246"/>
                    <a:pt x="2582291" y="3889248"/>
                  </a:cubicBezTo>
                  <a:close/>
                  <a:moveTo>
                    <a:pt x="2553589" y="3791077"/>
                  </a:moveTo>
                  <a:cubicBezTo>
                    <a:pt x="2549017" y="3774440"/>
                    <a:pt x="2544445" y="3757803"/>
                    <a:pt x="2540000" y="3741039"/>
                  </a:cubicBezTo>
                  <a:lnTo>
                    <a:pt x="2589149" y="3727958"/>
                  </a:lnTo>
                  <a:cubicBezTo>
                    <a:pt x="2593594" y="3744595"/>
                    <a:pt x="2598039" y="3760978"/>
                    <a:pt x="2602611" y="3777361"/>
                  </a:cubicBezTo>
                  <a:close/>
                  <a:moveTo>
                    <a:pt x="2576195" y="3678174"/>
                  </a:moveTo>
                  <a:cubicBezTo>
                    <a:pt x="2572131" y="3661918"/>
                    <a:pt x="2568067" y="3645535"/>
                    <a:pt x="2564130" y="3629025"/>
                  </a:cubicBezTo>
                  <a:lnTo>
                    <a:pt x="2613533" y="3617214"/>
                  </a:lnTo>
                  <a:cubicBezTo>
                    <a:pt x="2617470" y="3633470"/>
                    <a:pt x="2621407" y="3649726"/>
                    <a:pt x="2625471" y="3665728"/>
                  </a:cubicBezTo>
                  <a:close/>
                  <a:moveTo>
                    <a:pt x="2601722" y="3566922"/>
                  </a:moveTo>
                  <a:cubicBezTo>
                    <a:pt x="2597912" y="3550285"/>
                    <a:pt x="2594229" y="3533521"/>
                    <a:pt x="2590546" y="3516630"/>
                  </a:cubicBezTo>
                  <a:lnTo>
                    <a:pt x="2640203" y="3505962"/>
                  </a:lnTo>
                  <a:cubicBezTo>
                    <a:pt x="2643759" y="3522599"/>
                    <a:pt x="2647442" y="3539236"/>
                    <a:pt x="2651252" y="3555619"/>
                  </a:cubicBezTo>
                  <a:close/>
                  <a:moveTo>
                    <a:pt x="2629408" y="3454527"/>
                  </a:moveTo>
                  <a:cubicBezTo>
                    <a:pt x="2626106" y="3438144"/>
                    <a:pt x="2622804" y="3421634"/>
                    <a:pt x="2619629" y="3405124"/>
                  </a:cubicBezTo>
                  <a:lnTo>
                    <a:pt x="2669540" y="3395472"/>
                  </a:lnTo>
                  <a:cubicBezTo>
                    <a:pt x="2672715" y="3411855"/>
                    <a:pt x="2675890" y="3428111"/>
                    <a:pt x="2679192" y="3444367"/>
                  </a:cubicBezTo>
                  <a:close/>
                  <a:moveTo>
                    <a:pt x="2660142" y="3345180"/>
                  </a:moveTo>
                  <a:cubicBezTo>
                    <a:pt x="2657094" y="3328543"/>
                    <a:pt x="2654173" y="3311652"/>
                    <a:pt x="2651252" y="3294888"/>
                  </a:cubicBezTo>
                  <a:lnTo>
                    <a:pt x="2701290" y="3286379"/>
                  </a:lnTo>
                  <a:cubicBezTo>
                    <a:pt x="2704084" y="3303016"/>
                    <a:pt x="2707005" y="3319653"/>
                    <a:pt x="2710053" y="3336163"/>
                  </a:cubicBezTo>
                  <a:close/>
                  <a:moveTo>
                    <a:pt x="2692781" y="3235071"/>
                  </a:moveTo>
                  <a:cubicBezTo>
                    <a:pt x="2690114" y="3218180"/>
                    <a:pt x="2687447" y="3201035"/>
                    <a:pt x="2684907" y="3184017"/>
                  </a:cubicBezTo>
                  <a:lnTo>
                    <a:pt x="2735199" y="3176524"/>
                  </a:lnTo>
                  <a:cubicBezTo>
                    <a:pt x="2737739" y="3193415"/>
                    <a:pt x="2740279" y="3210306"/>
                    <a:pt x="2742946" y="3227070"/>
                  </a:cubicBezTo>
                  <a:close/>
                  <a:moveTo>
                    <a:pt x="2727833" y="3126105"/>
                  </a:moveTo>
                  <a:cubicBezTo>
                    <a:pt x="2725547" y="3109341"/>
                    <a:pt x="2723261" y="3092577"/>
                    <a:pt x="2721102" y="3075813"/>
                  </a:cubicBezTo>
                  <a:lnTo>
                    <a:pt x="2771521" y="3069336"/>
                  </a:lnTo>
                  <a:cubicBezTo>
                    <a:pt x="2773680" y="3085973"/>
                    <a:pt x="2775839" y="3102610"/>
                    <a:pt x="2778125" y="3119120"/>
                  </a:cubicBezTo>
                  <a:close/>
                  <a:moveTo>
                    <a:pt x="2765171" y="3018155"/>
                  </a:moveTo>
                  <a:cubicBezTo>
                    <a:pt x="2763139" y="3001137"/>
                    <a:pt x="2761234" y="2984119"/>
                    <a:pt x="2759329" y="2967101"/>
                  </a:cubicBezTo>
                  <a:lnTo>
                    <a:pt x="2809875" y="2961640"/>
                  </a:lnTo>
                  <a:cubicBezTo>
                    <a:pt x="2811653" y="2978531"/>
                    <a:pt x="2813685" y="2995422"/>
                    <a:pt x="2815590" y="3012186"/>
                  </a:cubicBezTo>
                  <a:close/>
                  <a:moveTo>
                    <a:pt x="2804414" y="2909697"/>
                  </a:moveTo>
                  <a:cubicBezTo>
                    <a:pt x="2802763" y="2893060"/>
                    <a:pt x="2801239" y="2876296"/>
                    <a:pt x="2799715" y="2859532"/>
                  </a:cubicBezTo>
                  <a:lnTo>
                    <a:pt x="2850261" y="2855087"/>
                  </a:lnTo>
                  <a:cubicBezTo>
                    <a:pt x="2851785" y="2871724"/>
                    <a:pt x="2853309" y="2888361"/>
                    <a:pt x="2854960" y="2904871"/>
                  </a:cubicBezTo>
                  <a:close/>
                  <a:moveTo>
                    <a:pt x="2845943" y="2804033"/>
                  </a:moveTo>
                  <a:cubicBezTo>
                    <a:pt x="2844546" y="2787142"/>
                    <a:pt x="2843276" y="2770124"/>
                    <a:pt x="2842133" y="2753106"/>
                  </a:cubicBezTo>
                  <a:lnTo>
                    <a:pt x="2892806" y="2749550"/>
                  </a:lnTo>
                  <a:cubicBezTo>
                    <a:pt x="2893949" y="2766441"/>
                    <a:pt x="2895219" y="2783205"/>
                    <a:pt x="2896616" y="2799969"/>
                  </a:cubicBezTo>
                  <a:close/>
                  <a:moveTo>
                    <a:pt x="1896745" y="3037840"/>
                  </a:moveTo>
                  <a:cubicBezTo>
                    <a:pt x="1895729" y="3020695"/>
                    <a:pt x="1894713" y="3003550"/>
                    <a:pt x="1893824" y="2986405"/>
                  </a:cubicBezTo>
                  <a:lnTo>
                    <a:pt x="1944497" y="2983865"/>
                  </a:lnTo>
                  <a:cubicBezTo>
                    <a:pt x="1945386" y="3000883"/>
                    <a:pt x="1946275" y="3017901"/>
                    <a:pt x="1947291" y="3034919"/>
                  </a:cubicBezTo>
                  <a:close/>
                  <a:moveTo>
                    <a:pt x="1942084" y="2932684"/>
                  </a:moveTo>
                  <a:cubicBezTo>
                    <a:pt x="1941322" y="2915793"/>
                    <a:pt x="1940687" y="2898902"/>
                    <a:pt x="1940179" y="2882011"/>
                  </a:cubicBezTo>
                  <a:lnTo>
                    <a:pt x="1990979" y="2880360"/>
                  </a:lnTo>
                  <a:cubicBezTo>
                    <a:pt x="1991487" y="2897124"/>
                    <a:pt x="1992122" y="2913888"/>
                    <a:pt x="1992884" y="2930525"/>
                  </a:cubicBezTo>
                  <a:close/>
                  <a:moveTo>
                    <a:pt x="1989582" y="2828925"/>
                  </a:moveTo>
                  <a:cubicBezTo>
                    <a:pt x="1989201" y="2811907"/>
                    <a:pt x="1988820" y="2794889"/>
                    <a:pt x="1988566" y="2777744"/>
                  </a:cubicBezTo>
                  <a:lnTo>
                    <a:pt x="2039366" y="2776982"/>
                  </a:lnTo>
                  <a:cubicBezTo>
                    <a:pt x="2039620" y="2793873"/>
                    <a:pt x="2040001" y="2810764"/>
                    <a:pt x="2040382" y="2827655"/>
                  </a:cubicBezTo>
                  <a:close/>
                  <a:moveTo>
                    <a:pt x="2038858" y="2725039"/>
                  </a:moveTo>
                  <a:cubicBezTo>
                    <a:pt x="2038858" y="2714371"/>
                    <a:pt x="2038731" y="2703703"/>
                    <a:pt x="2038731" y="2692908"/>
                  </a:cubicBezTo>
                  <a:lnTo>
                    <a:pt x="1911985" y="2692908"/>
                  </a:lnTo>
                  <a:lnTo>
                    <a:pt x="1937385" y="2692908"/>
                  </a:lnTo>
                  <a:lnTo>
                    <a:pt x="1911985" y="2692908"/>
                  </a:lnTo>
                  <a:lnTo>
                    <a:pt x="1886585" y="2692908"/>
                  </a:lnTo>
                  <a:cubicBezTo>
                    <a:pt x="1886585" y="2675636"/>
                    <a:pt x="1886712" y="2658491"/>
                    <a:pt x="1886839" y="2641346"/>
                  </a:cubicBezTo>
                  <a:lnTo>
                    <a:pt x="1937639" y="2641854"/>
                  </a:lnTo>
                  <a:cubicBezTo>
                    <a:pt x="1937512" y="2658872"/>
                    <a:pt x="1937385" y="2675890"/>
                    <a:pt x="1937385" y="2692908"/>
                  </a:cubicBezTo>
                  <a:cubicBezTo>
                    <a:pt x="1937385" y="2706878"/>
                    <a:pt x="1925955" y="2718308"/>
                    <a:pt x="1911985" y="2718308"/>
                  </a:cubicBezTo>
                  <a:cubicBezTo>
                    <a:pt x="1898015" y="2718308"/>
                    <a:pt x="1886585" y="2706878"/>
                    <a:pt x="1886585" y="2692908"/>
                  </a:cubicBezTo>
                  <a:cubicBezTo>
                    <a:pt x="1886585" y="2678938"/>
                    <a:pt x="1898015" y="2667508"/>
                    <a:pt x="1911985" y="2667508"/>
                  </a:cubicBezTo>
                  <a:cubicBezTo>
                    <a:pt x="1925955" y="2667508"/>
                    <a:pt x="1937385" y="2678938"/>
                    <a:pt x="1937385" y="2692908"/>
                  </a:cubicBezTo>
                  <a:cubicBezTo>
                    <a:pt x="1937385" y="2703576"/>
                    <a:pt x="1937385" y="2714117"/>
                    <a:pt x="1937512" y="2724658"/>
                  </a:cubicBezTo>
                  <a:close/>
                </a:path>
              </a:pathLst>
            </a:custGeom>
            <a:solidFill>
              <a:srgbClr val="29235C"/>
            </a:solidFill>
          </p:spPr>
        </p:sp>
      </p:grpSp>
      <p:sp>
        <p:nvSpPr>
          <p:cNvPr id="8" name="AutoShape 8"/>
          <p:cNvSpPr/>
          <p:nvPr/>
        </p:nvSpPr>
        <p:spPr>
          <a:xfrm rot="8475">
            <a:off x="1430421" y="2309355"/>
            <a:ext cx="15453947" cy="0"/>
          </a:xfrm>
          <a:prstGeom prst="line">
            <a:avLst/>
          </a:prstGeom>
          <a:ln w="19050" cap="rnd">
            <a:solidFill>
              <a:srgbClr val="29235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443687" y="3081078"/>
            <a:ext cx="17400626" cy="6177222"/>
          </a:xfrm>
          <a:custGeom>
            <a:avLst/>
            <a:gdLst/>
            <a:ahLst/>
            <a:cxnLst/>
            <a:rect l="l" t="t" r="r" b="b"/>
            <a:pathLst>
              <a:path w="17400626" h="6177222">
                <a:moveTo>
                  <a:pt x="0" y="0"/>
                </a:moveTo>
                <a:lnTo>
                  <a:pt x="17400626" y="0"/>
                </a:lnTo>
                <a:lnTo>
                  <a:pt x="17400626" y="6177222"/>
                </a:lnTo>
                <a:lnTo>
                  <a:pt x="0" y="61772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31425" y="972212"/>
            <a:ext cx="1522515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9"/>
              </a:lnSpc>
            </a:pPr>
            <a:r>
              <a:rPr lang="en-US" sz="6199" dirty="0">
                <a:solidFill>
                  <a:srgbClr val="29235C"/>
                </a:solidFill>
                <a:latin typeface="Cooper Black" panose="0208090404030B020404" pitchFamily="18" charset="0"/>
                <a:ea typeface="Arimo"/>
                <a:cs typeface="Arimo"/>
                <a:sym typeface="Arimo"/>
              </a:rPr>
              <a:t>DIAGRAMA ENTIDAD-RELACIÓN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66900" y="1027043"/>
            <a:ext cx="14554200" cy="9157043"/>
          </a:xfrm>
          <a:custGeom>
            <a:avLst/>
            <a:gdLst/>
            <a:ahLst/>
            <a:cxnLst/>
            <a:rect l="l" t="t" r="r" b="b"/>
            <a:pathLst>
              <a:path w="14671682" h="9811687">
                <a:moveTo>
                  <a:pt x="0" y="0"/>
                </a:moveTo>
                <a:lnTo>
                  <a:pt x="14671682" y="0"/>
                </a:lnTo>
                <a:lnTo>
                  <a:pt x="14671682" y="9811688"/>
                </a:lnTo>
                <a:lnTo>
                  <a:pt x="0" y="9811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effectLst>
            <a:softEdge rad="127000"/>
          </a:effectLst>
        </p:spPr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DFDFF5A1-83C3-4E83-3B89-2C61EC5E4AA0}"/>
              </a:ext>
            </a:extLst>
          </p:cNvPr>
          <p:cNvSpPr txBox="1"/>
          <p:nvPr/>
        </p:nvSpPr>
        <p:spPr>
          <a:xfrm>
            <a:off x="3737513" y="79722"/>
            <a:ext cx="10812975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39"/>
              </a:lnSpc>
            </a:pPr>
            <a:r>
              <a:rPr lang="en-US" sz="6199" dirty="0">
                <a:solidFill>
                  <a:srgbClr val="29235C"/>
                </a:solidFill>
                <a:latin typeface="Cooper Black" panose="0208090404030B020404" pitchFamily="18" charset="0"/>
                <a:ea typeface="Arimo"/>
                <a:cs typeface="Arimo"/>
                <a:sym typeface="Arimo"/>
              </a:rPr>
              <a:t>REPOSITORIO EN GITHUB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394</Words>
  <Application>Microsoft Office PowerPoint</Application>
  <PresentationFormat>Custom</PresentationFormat>
  <Paragraphs>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Cooper Black</vt:lpstr>
      <vt:lpstr>Tw Cen MT Condensed Extra Bold</vt:lpstr>
      <vt:lpstr>Calibri</vt:lpstr>
      <vt:lpstr>Mallanna</vt:lpstr>
      <vt:lpstr>Arial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Aeronautical Engineering Major for College by Slidesgo.pptx</dc:title>
  <dc:creator>Leonardo Durán Cuenca</dc:creator>
  <cp:lastModifiedBy>Leonardo Durán Cuenca</cp:lastModifiedBy>
  <cp:revision>4</cp:revision>
  <dcterms:created xsi:type="dcterms:W3CDTF">2006-08-16T00:00:00Z</dcterms:created>
  <dcterms:modified xsi:type="dcterms:W3CDTF">2025-12-13T14:29:25Z</dcterms:modified>
  <dc:identifier>DAG7U0AqOa4</dc:identifier>
</cp:coreProperties>
</file>